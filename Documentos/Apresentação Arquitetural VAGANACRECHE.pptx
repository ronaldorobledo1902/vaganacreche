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22" r:id="rId5"/>
    <p:sldId id="321" r:id="rId6"/>
    <p:sldId id="318" r:id="rId7"/>
    <p:sldId id="323" r:id="rId8"/>
    <p:sldId id="324" r:id="rId9"/>
    <p:sldId id="317" r:id="rId10"/>
    <p:sldId id="325" r:id="rId11"/>
    <p:sldId id="326" r:id="rId12"/>
    <p:sldId id="328" r:id="rId13"/>
    <p:sldId id="327" r:id="rId14"/>
    <p:sldId id="329" r:id="rId15"/>
    <p:sldId id="315" r:id="rId16"/>
    <p:sldId id="314" r:id="rId17"/>
    <p:sldId id="313" r:id="rId18"/>
    <p:sldId id="330" r:id="rId19"/>
    <p:sldId id="331" r:id="rId20"/>
    <p:sldId id="332" r:id="rId21"/>
    <p:sldId id="333" r:id="rId22"/>
    <p:sldId id="334" r:id="rId23"/>
    <p:sldId id="335" r:id="rId24"/>
    <p:sldId id="312" r:id="rId25"/>
    <p:sldId id="336" r:id="rId26"/>
    <p:sldId id="337" r:id="rId27"/>
    <p:sldId id="338" r:id="rId28"/>
    <p:sldId id="311" r:id="rId29"/>
    <p:sldId id="310" r:id="rId3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6BE3C-D533-99C7-A1C9-D67EE8D0D23E}" v="47" dt="2026-07-13T14:13:17.390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5388" autoAdjust="0"/>
  </p:normalViewPr>
  <p:slideViewPr>
    <p:cSldViewPr snapToGrid="0">
      <p:cViewPr varScale="1">
        <p:scale>
          <a:sx n="120" d="100"/>
          <a:sy n="120" d="100"/>
        </p:scale>
        <p:origin x="312" y="10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3774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ldo Souza" userId="S::ronaldosouza@parceiros.bemol.com.br::957af891-c2e7-4bfc-84c9-60d892607fcc" providerId="AD" clId="Web-{E14424A1-4E18-05C6-5298-808878F10264}"/>
    <pc:docChg chg="addSld delSld modSld sldOrd modMainMaster">
      <pc:chgData name="Ronaldo Souza" userId="S::ronaldosouza@parceiros.bemol.com.br::957af891-c2e7-4bfc-84c9-60d892607fcc" providerId="AD" clId="Web-{E14424A1-4E18-05C6-5298-808878F10264}" dt="2026-07-10T19:56:27.757" v="944" actId="20577"/>
      <pc:docMkLst>
        <pc:docMk/>
      </pc:docMkLst>
      <pc:sldChg chg="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704370842" sldId="310"/>
        </pc:sldMkLst>
      </pc:sldChg>
      <pc:sldChg chg="addSp delSp modSp mod">
        <pc:chgData name="Ronaldo Souza" userId="S::ronaldosouza@parceiros.bemol.com.br::957af891-c2e7-4bfc-84c9-60d892607fcc" providerId="AD" clId="Web-{E14424A1-4E18-05C6-5298-808878F10264}" dt="2026-07-10T19:56:27.757" v="944" actId="20577"/>
        <pc:sldMkLst>
          <pc:docMk/>
          <pc:sldMk cId="1669023770" sldId="311"/>
        </pc:sldMkLst>
        <pc:spChg chg="mod">
          <ac:chgData name="Ronaldo Souza" userId="S::ronaldosouza@parceiros.bemol.com.br::957af891-c2e7-4bfc-84c9-60d892607fcc" providerId="AD" clId="Web-{E14424A1-4E18-05C6-5298-808878F10264}" dt="2026-07-10T19:54:04.330" v="916" actId="20577"/>
          <ac:spMkLst>
            <pc:docMk/>
            <pc:sldMk cId="1669023770" sldId="311"/>
            <ac:spMk id="4" creationId="{CA7BF639-9897-7AC5-9AE9-B87BE1DE79F3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19:56:27.757" v="944" actId="20577"/>
          <ac:spMkLst>
            <pc:docMk/>
            <pc:sldMk cId="1669023770" sldId="311"/>
            <ac:spMk id="8" creationId="{3E7458F1-9290-4791-1F6A-3985876B3EA7}"/>
          </ac:spMkLst>
        </pc:spChg>
      </pc:sldChg>
      <pc:sldChg chg="addSp delSp modSp mod">
        <pc:chgData name="Ronaldo Souza" userId="S::ronaldosouza@parceiros.bemol.com.br::957af891-c2e7-4bfc-84c9-60d892607fcc" providerId="AD" clId="Web-{E14424A1-4E18-05C6-5298-808878F10264}" dt="2026-07-10T19:40:51.363" v="853" actId="14100"/>
        <pc:sldMkLst>
          <pc:docMk/>
          <pc:sldMk cId="952135350" sldId="312"/>
        </pc:sldMkLst>
        <pc:spChg chg="mod">
          <ac:chgData name="Ronaldo Souza" userId="S::ronaldosouza@parceiros.bemol.com.br::957af891-c2e7-4bfc-84c9-60d892607fcc" providerId="AD" clId="Web-{E14424A1-4E18-05C6-5298-808878F10264}" dt="2026-07-10T19:40:27.237" v="846" actId="20577"/>
          <ac:spMkLst>
            <pc:docMk/>
            <pc:sldMk cId="952135350" sldId="312"/>
            <ac:spMk id="2" creationId="{35BFFCC8-C04D-0071-3B14-4AF828E000B0}"/>
          </ac:spMkLst>
        </pc:spChg>
        <pc:spChg chg="mod">
          <ac:chgData name="Ronaldo Souza" userId="S::ronaldosouza@parceiros.bemol.com.br::957af891-c2e7-4bfc-84c9-60d892607fcc" providerId="AD" clId="Web-{E14424A1-4E18-05C6-5298-808878F10264}" dt="2026-07-10T19:40:51.363" v="853" actId="14100"/>
          <ac:spMkLst>
            <pc:docMk/>
            <pc:sldMk cId="952135350" sldId="312"/>
            <ac:spMk id="6" creationId="{9F0E1748-5A63-CCAD-65B2-FB5DB78846F2}"/>
          </ac:spMkLst>
        </pc:spChg>
      </pc:sldChg>
      <pc:sldChg chg="addSp delSp modSp mod setBg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2224546682" sldId="313"/>
        </pc:sldMkLst>
        <pc:spChg chg="add del">
          <ac:chgData name="Ronaldo Souza" userId="S::ronaldosouza@parceiros.bemol.com.br::957af891-c2e7-4bfc-84c9-60d892607fcc" providerId="AD" clId="Web-{E14424A1-4E18-05C6-5298-808878F10264}" dt="2026-07-10T01:18:58.660" v="681"/>
          <ac:spMkLst>
            <pc:docMk/>
            <pc:sldMk cId="2224546682" sldId="313"/>
            <ac:spMk id="3" creationId="{71592F51-55CE-19DC-B632-AD19560BA9D1}"/>
          </ac:spMkLst>
        </pc:spChg>
        <pc:spChg chg="mod">
          <ac:chgData name="Ronaldo Souza" userId="S::ronaldosouza@parceiros.bemol.com.br::957af891-c2e7-4bfc-84c9-60d892607fcc" providerId="AD" clId="Web-{E14424A1-4E18-05C6-5298-808878F10264}" dt="2026-07-10T01:21:06.601" v="698" actId="20577"/>
          <ac:spMkLst>
            <pc:docMk/>
            <pc:sldMk cId="2224546682" sldId="313"/>
            <ac:spMk id="4" creationId="{925AA6ED-97F0-825D-71BB-D4D461E7870C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01:21:51.415" v="704" actId="1076"/>
          <ac:spMkLst>
            <pc:docMk/>
            <pc:sldMk cId="2224546682" sldId="313"/>
            <ac:spMk id="16" creationId="{D222452A-1900-D18C-74C1-B15BCF81FDF8}"/>
          </ac:spMkLst>
        </pc:spChg>
        <pc:picChg chg="add mod">
          <ac:chgData name="Ronaldo Souza" userId="S::ronaldosouza@parceiros.bemol.com.br::957af891-c2e7-4bfc-84c9-60d892607fcc" providerId="AD" clId="Web-{E14424A1-4E18-05C6-5298-808878F10264}" dt="2026-07-10T01:20:53.195" v="696" actId="14100"/>
          <ac:picMkLst>
            <pc:docMk/>
            <pc:sldMk cId="2224546682" sldId="313"/>
            <ac:picMk id="15" creationId="{FD58F57F-2785-8932-D9D0-303AB7C36436}"/>
          </ac:picMkLst>
        </pc:picChg>
      </pc:sldChg>
      <pc:sldChg chg="addSp delSp modSp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82250651" sldId="314"/>
        </pc:sldMkLst>
        <pc:spChg chg="mod">
          <ac:chgData name="Ronaldo Souza" userId="S::ronaldosouza@parceiros.bemol.com.br::957af891-c2e7-4bfc-84c9-60d892607fcc" providerId="AD" clId="Web-{E14424A1-4E18-05C6-5298-808878F10264}" dt="2026-07-10T01:14:58.668" v="659" actId="20577"/>
          <ac:spMkLst>
            <pc:docMk/>
            <pc:sldMk cId="82250651" sldId="314"/>
            <ac:spMk id="4" creationId="{E52EF1C1-5933-D909-38D2-D22F630A85FE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01:15:35.731" v="672" actId="14100"/>
          <ac:spMkLst>
            <pc:docMk/>
            <pc:sldMk cId="82250651" sldId="314"/>
            <ac:spMk id="12" creationId="{96148A27-FC49-30D1-F1B8-75261D256545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01:18:58.863" v="682"/>
          <ac:graphicFrameMkLst>
            <pc:docMk/>
            <pc:sldMk cId="82250651" sldId="314"/>
            <ac:graphicFrameMk id="11" creationId="{8A5876C2-C226-2FFC-C90F-A09D62B65F64}"/>
          </ac:graphicFrameMkLst>
        </pc:graphicFrameChg>
      </pc:sldChg>
      <pc:sldChg chg="addSp delSp modSp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2302010161" sldId="315"/>
        </pc:sldMkLst>
        <pc:spChg chg="mod">
          <ac:chgData name="Ronaldo Souza" userId="S::ronaldosouza@parceiros.bemol.com.br::957af891-c2e7-4bfc-84c9-60d892607fcc" providerId="AD" clId="Web-{E14424A1-4E18-05C6-5298-808878F10264}" dt="2026-07-10T01:11:40.083" v="639" actId="20577"/>
          <ac:spMkLst>
            <pc:docMk/>
            <pc:sldMk cId="2302010161" sldId="315"/>
            <ac:spMk id="3" creationId="{E3C15354-374E-4710-792F-592E588BAAE2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01:14:16.182" v="656" actId="20577"/>
          <ac:spMkLst>
            <pc:docMk/>
            <pc:sldMk cId="2302010161" sldId="315"/>
            <ac:spMk id="12" creationId="{7D84EA9F-82EB-E694-0BF8-F08B077C2D96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01:12:28.382" v="652" actId="1076"/>
          <ac:graphicFrameMkLst>
            <pc:docMk/>
            <pc:sldMk cId="2302010161" sldId="315"/>
            <ac:graphicFrameMk id="11" creationId="{EA0C1460-529C-4155-B94B-8E92173764F2}"/>
          </ac:graphicFrameMkLst>
        </pc:graphicFrameChg>
      </pc:sldChg>
      <pc:sldChg chg="addSp delSp modSp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4011334062" sldId="317"/>
        </pc:sldMkLst>
        <pc:spChg chg="mod">
          <ac:chgData name="Ronaldo Souza" userId="S::ronaldosouza@parceiros.bemol.com.br::957af891-c2e7-4bfc-84c9-60d892607fcc" providerId="AD" clId="Web-{E14424A1-4E18-05C6-5298-808878F10264}" dt="2026-07-09T22:52:15.762" v="164" actId="20577"/>
          <ac:spMkLst>
            <pc:docMk/>
            <pc:sldMk cId="4011334062" sldId="317"/>
            <ac:spMk id="2" creationId="{1B061384-8C2A-AC46-D296-2DF95CBF10BB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09T22:52:27.575" v="166"/>
          <ac:spMkLst>
            <pc:docMk/>
            <pc:sldMk cId="4011334062" sldId="317"/>
            <ac:spMk id="5" creationId="{536699EF-F241-766B-853A-4C70F8254F16}"/>
          </ac:spMkLst>
        </pc:spChg>
      </pc:sldChg>
      <pc:sldChg chg="addSp delSp modSp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2906152353" sldId="318"/>
        </pc:sldMkLst>
        <pc:spChg chg="mod">
          <ac:chgData name="Ronaldo Souza" userId="S::ronaldosouza@parceiros.bemol.com.br::957af891-c2e7-4bfc-84c9-60d892607fcc" providerId="AD" clId="Web-{E14424A1-4E18-05C6-5298-808878F10264}" dt="2026-07-09T22:42:32.033" v="70" actId="1076"/>
          <ac:spMkLst>
            <pc:docMk/>
            <pc:sldMk cId="2906152353" sldId="318"/>
            <ac:spMk id="2" creationId="{CFDEBC60-AA38-5DEF-3160-0CAA68F3D28C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09T22:43:14.738" v="80" actId="20577"/>
          <ac:spMkLst>
            <pc:docMk/>
            <pc:sldMk cId="2906152353" sldId="318"/>
            <ac:spMk id="7" creationId="{0C61F0F5-BCFF-5893-560E-3F9A4CC655DE}"/>
          </ac:spMkLst>
        </pc:spChg>
        <pc:graphicFrameChg chg="add mod ord modGraphic">
          <ac:chgData name="Ronaldo Souza" userId="S::ronaldosouza@parceiros.bemol.com.br::957af891-c2e7-4bfc-84c9-60d892607fcc" providerId="AD" clId="Web-{E14424A1-4E18-05C6-5298-808878F10264}" dt="2026-07-09T22:43:05.456" v="77" actId="1076"/>
          <ac:graphicFrameMkLst>
            <pc:docMk/>
            <pc:sldMk cId="2906152353" sldId="318"/>
            <ac:graphicFrameMk id="6" creationId="{B0626ED8-CCE2-7A8D-6D18-1ED92E6DF352}"/>
          </ac:graphicFrameMkLst>
        </pc:graphicFrameChg>
      </pc:sldChg>
      <pc:sldChg chg="modSp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1607455252" sldId="321"/>
        </pc:sldMkLst>
        <pc:spChg chg="mod">
          <ac:chgData name="Ronaldo Souza" userId="S::ronaldosouza@parceiros.bemol.com.br::957af891-c2e7-4bfc-84c9-60d892607fcc" providerId="AD" clId="Web-{E14424A1-4E18-05C6-5298-808878F10264}" dt="2026-07-09T22:40:57.091" v="56" actId="20577"/>
          <ac:spMkLst>
            <pc:docMk/>
            <pc:sldMk cId="1607455252" sldId="321"/>
            <ac:spMk id="3" creationId="{02BA04E6-CD61-B962-4287-DEC1993C32D6}"/>
          </ac:spMkLst>
        </pc:spChg>
      </pc:sldChg>
      <pc:sldChg chg="modSp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3378822495" sldId="322"/>
        </pc:sldMkLst>
        <pc:spChg chg="mod">
          <ac:chgData name="Ronaldo Souza" userId="S::ronaldosouza@parceiros.bemol.com.br::957af891-c2e7-4bfc-84c9-60d892607fcc" providerId="AD" clId="Web-{E14424A1-4E18-05C6-5298-808878F10264}" dt="2026-07-09T22:40:01.182" v="52" actId="20577"/>
          <ac:spMkLst>
            <pc:docMk/>
            <pc:sldMk cId="3378822495" sldId="322"/>
            <ac:spMk id="2" creationId="{75454C9E-20FB-B999-9303-C71D1334BAD7}"/>
          </ac:spMkLst>
        </pc:sp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3896155785" sldId="323"/>
        </pc:sldMkLst>
        <pc:spChg chg="mod">
          <ac:chgData name="Ronaldo Souza" userId="S::ronaldosouza@parceiros.bemol.com.br::957af891-c2e7-4bfc-84c9-60d892607fcc" providerId="AD" clId="Web-{E14424A1-4E18-05C6-5298-808878F10264}" dt="2026-07-09T22:51:38.635" v="149" actId="20577"/>
          <ac:spMkLst>
            <pc:docMk/>
            <pc:sldMk cId="3896155785" sldId="323"/>
            <ac:spMk id="2" creationId="{5C0DC422-29C6-23CE-DC4E-83EA51A6EA47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09T22:48:26.564" v="123" actId="1076"/>
          <ac:spMkLst>
            <pc:docMk/>
            <pc:sldMk cId="3896155785" sldId="323"/>
            <ac:spMk id="8" creationId="{5805708E-B7BB-9C69-36C6-37766D730E18}"/>
          </ac:spMkLst>
        </pc:sp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456230963" sldId="324"/>
        </pc:sldMkLst>
        <pc:spChg chg="mod">
          <ac:chgData name="Ronaldo Souza" userId="S::ronaldosouza@parceiros.bemol.com.br::957af891-c2e7-4bfc-84c9-60d892607fcc" providerId="AD" clId="Web-{E14424A1-4E18-05C6-5298-808878F10264}" dt="2026-07-09T22:51:30.447" v="148" actId="20577"/>
          <ac:spMkLst>
            <pc:docMk/>
            <pc:sldMk cId="456230963" sldId="324"/>
            <ac:spMk id="2" creationId="{7D5610EB-FF01-7AA1-5AD3-FCB91184F1C6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09T22:49:53.208" v="145" actId="1076"/>
          <ac:spMkLst>
            <pc:docMk/>
            <pc:sldMk cId="456230963" sldId="324"/>
            <ac:spMk id="6" creationId="{C3B736F3-1DC4-495B-0E94-0981C8773FA6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09T22:50:15.397" v="147" actId="1076"/>
          <ac:graphicFrameMkLst>
            <pc:docMk/>
            <pc:sldMk cId="456230963" sldId="324"/>
            <ac:graphicFrameMk id="5" creationId="{838BBCCA-CE96-B239-85CB-23B0E7A41B75}"/>
          </ac:graphicFrameMkLst>
        </pc:graphicFrame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998839859" sldId="325"/>
        </pc:sldMkLst>
        <pc:spChg chg="add mod">
          <ac:chgData name="Ronaldo Souza" userId="S::ronaldosouza@parceiros.bemol.com.br::957af891-c2e7-4bfc-84c9-60d892607fcc" providerId="AD" clId="Web-{E14424A1-4E18-05C6-5298-808878F10264}" dt="2026-07-10T00:09:54.814" v="207" actId="1076"/>
          <ac:spMkLst>
            <pc:docMk/>
            <pc:sldMk cId="998839859" sldId="325"/>
            <ac:spMk id="7" creationId="{ECDC8B88-03F7-9EA9-DCF9-674A996746A7}"/>
          </ac:spMkLst>
        </pc:spChg>
        <pc:picChg chg="add mod ord">
          <ac:chgData name="Ronaldo Souza" userId="S::ronaldosouza@parceiros.bemol.com.br::957af891-c2e7-4bfc-84c9-60d892607fcc" providerId="AD" clId="Web-{E14424A1-4E18-05C6-5298-808878F10264}" dt="2026-07-10T00:09:31.531" v="201" actId="1076"/>
          <ac:picMkLst>
            <pc:docMk/>
            <pc:sldMk cId="998839859" sldId="325"/>
            <ac:picMk id="6" creationId="{5E365DA9-F126-FC1E-B682-D67A84361696}"/>
          </ac:picMkLst>
        </pc:pic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3519916991" sldId="326"/>
        </pc:sldMkLst>
        <pc:spChg chg="mod">
          <ac:chgData name="Ronaldo Souza" userId="S::ronaldosouza@parceiros.bemol.com.br::957af891-c2e7-4bfc-84c9-60d892607fcc" providerId="AD" clId="Web-{E14424A1-4E18-05C6-5298-808878F10264}" dt="2026-07-10T00:13:05.523" v="219" actId="14100"/>
          <ac:spMkLst>
            <pc:docMk/>
            <pc:sldMk cId="3519916991" sldId="326"/>
            <ac:spMk id="3" creationId="{F7647708-2B74-E741-E7D8-EF7496CDA87C}"/>
          </ac:spMkLst>
        </pc:spChg>
        <pc:picChg chg="add mod ord">
          <ac:chgData name="Ronaldo Souza" userId="S::ronaldosouza@parceiros.bemol.com.br::957af891-c2e7-4bfc-84c9-60d892607fcc" providerId="AD" clId="Web-{E14424A1-4E18-05C6-5298-808878F10264}" dt="2026-07-10T00:18:56.616" v="228" actId="1076"/>
          <ac:picMkLst>
            <pc:docMk/>
            <pc:sldMk cId="3519916991" sldId="326"/>
            <ac:picMk id="11" creationId="{47FBEEFF-1EAF-A36D-2556-7D8130773D1D}"/>
          </ac:picMkLst>
        </pc:pic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376705955" sldId="327"/>
        </pc:sldMkLst>
        <pc:spChg chg="mod">
          <ac:chgData name="Ronaldo Souza" userId="S::ronaldosouza@parceiros.bemol.com.br::957af891-c2e7-4bfc-84c9-60d892607fcc" providerId="AD" clId="Web-{E14424A1-4E18-05C6-5298-808878F10264}" dt="2026-07-10T00:21:59.950" v="234" actId="20577"/>
          <ac:spMkLst>
            <pc:docMk/>
            <pc:sldMk cId="376705955" sldId="327"/>
            <ac:spMk id="3" creationId="{901C0EC0-BDD7-D39C-8E59-0DFFDF92DD47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00:52:14.561" v="613" actId="1076"/>
          <ac:graphicFrameMkLst>
            <pc:docMk/>
            <pc:sldMk cId="376705955" sldId="327"/>
            <ac:graphicFrameMk id="14" creationId="{B418C427-F443-32E1-8233-F9D695ABFB2F}"/>
          </ac:graphicFrameMkLst>
        </pc:graphicFrameChg>
        <pc:graphicFrameChg chg="add mod modGraphic">
          <ac:chgData name="Ronaldo Souza" userId="S::ronaldosouza@parceiros.bemol.com.br::957af891-c2e7-4bfc-84c9-60d892607fcc" providerId="AD" clId="Web-{E14424A1-4E18-05C6-5298-808878F10264}" dt="2026-07-10T00:51:24.856" v="610"/>
          <ac:graphicFrameMkLst>
            <pc:docMk/>
            <pc:sldMk cId="376705955" sldId="327"/>
            <ac:graphicFrameMk id="20" creationId="{D0A037EE-0E47-8058-38CC-9FDD0791D61B}"/>
          </ac:graphicFrameMkLst>
        </pc:graphicFrameChg>
        <pc:picChg chg="add mod">
          <ac:chgData name="Ronaldo Souza" userId="S::ronaldosouza@parceiros.bemol.com.br::957af891-c2e7-4bfc-84c9-60d892607fcc" providerId="AD" clId="Web-{E14424A1-4E18-05C6-5298-808878F10264}" dt="2026-07-10T00:50:17.182" v="583" actId="1076"/>
          <ac:picMkLst>
            <pc:docMk/>
            <pc:sldMk cId="376705955" sldId="327"/>
            <ac:picMk id="12" creationId="{ED636593-1074-54F5-2C47-3BCBF0799D20}"/>
          </ac:picMkLst>
        </pc:picChg>
      </pc:sldChg>
      <pc:sldChg chg="addSp delSp modSp add mod or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3161151613" sldId="328"/>
        </pc:sldMkLst>
        <pc:spChg chg="mod">
          <ac:chgData name="Ronaldo Souza" userId="S::ronaldosouza@parceiros.bemol.com.br::957af891-c2e7-4bfc-84c9-60d892607fcc" providerId="AD" clId="Web-{E14424A1-4E18-05C6-5298-808878F10264}" dt="2026-07-10T00:59:13.028" v="624" actId="20577"/>
          <ac:spMkLst>
            <pc:docMk/>
            <pc:sldMk cId="3161151613" sldId="328"/>
            <ac:spMk id="3" creationId="{4C5EECCF-5E7C-3F31-4B3F-592CF728496B}"/>
          </ac:spMkLst>
        </pc:spChg>
        <pc:picChg chg="add mod">
          <ac:chgData name="Ronaldo Souza" userId="S::ronaldosouza@parceiros.bemol.com.br::957af891-c2e7-4bfc-84c9-60d892607fcc" providerId="AD" clId="Web-{E14424A1-4E18-05C6-5298-808878F10264}" dt="2026-07-10T00:58:46.184" v="621" actId="14100"/>
          <ac:picMkLst>
            <pc:docMk/>
            <pc:sldMk cId="3161151613" sldId="328"/>
            <ac:picMk id="2" creationId="{5973A661-C483-CEBD-1D9C-27B05A1B18BF}"/>
          </ac:picMkLst>
        </pc:picChg>
      </pc:sldChg>
      <pc:sldChg chg="modSp new mo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1824234678" sldId="329"/>
        </pc:sldMkLst>
        <pc:spChg chg="mod">
          <ac:chgData name="Ronaldo Souza" userId="S::ronaldosouza@parceiros.bemol.com.br::957af891-c2e7-4bfc-84c9-60d892607fcc" providerId="AD" clId="Web-{E14424A1-4E18-05C6-5298-808878F10264}" dt="2026-07-10T01:10:47.550" v="629" actId="20577"/>
          <ac:spMkLst>
            <pc:docMk/>
            <pc:sldMk cId="1824234678" sldId="329"/>
            <ac:spMk id="2" creationId="{6911BFA0-5BEC-D9B2-04A3-745B7DEB2D01}"/>
          </ac:spMkLst>
        </pc:spChg>
        <pc:spChg chg="mod">
          <ac:chgData name="Ronaldo Souza" userId="S::ronaldosouza@parceiros.bemol.com.br::957af891-c2e7-4bfc-84c9-60d892607fcc" providerId="AD" clId="Web-{E14424A1-4E18-05C6-5298-808878F10264}" dt="2026-07-10T01:11:09.098" v="636" actId="20577"/>
          <ac:spMkLst>
            <pc:docMk/>
            <pc:sldMk cId="1824234678" sldId="329"/>
            <ac:spMk id="3" creationId="{C062150A-FD31-BE81-FAF2-CD673FE4D295}"/>
          </ac:spMkLst>
        </pc:spChg>
        <pc:spChg chg="mod">
          <ac:chgData name="Ronaldo Souza" userId="S::ronaldosouza@parceiros.bemol.com.br::957af891-c2e7-4bfc-84c9-60d892607fcc" providerId="AD" clId="Web-{E14424A1-4E18-05C6-5298-808878F10264}" dt="2026-07-10T01:11:11.645" v="637" actId="20577"/>
          <ac:spMkLst>
            <pc:docMk/>
            <pc:sldMk cId="1824234678" sldId="329"/>
            <ac:spMk id="4" creationId="{B699D4E9-D5F6-122B-B186-873BB8E0D593}"/>
          </ac:spMkLst>
        </pc:sp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1657521378" sldId="330"/>
        </pc:sldMkLst>
        <pc:spChg chg="mod">
          <ac:chgData name="Ronaldo Souza" userId="S::ronaldosouza@parceiros.bemol.com.br::957af891-c2e7-4bfc-84c9-60d892607fcc" providerId="AD" clId="Web-{E14424A1-4E18-05C6-5298-808878F10264}" dt="2026-07-10T13:39:40.815" v="709" actId="20577"/>
          <ac:spMkLst>
            <pc:docMk/>
            <pc:sldMk cId="1657521378" sldId="330"/>
            <ac:spMk id="4" creationId="{75A9459C-D95F-F337-55B8-3D21FB551B54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18:48:40.806" v="804" actId="20577"/>
          <ac:spMkLst>
            <pc:docMk/>
            <pc:sldMk cId="1657521378" sldId="330"/>
            <ac:spMk id="6" creationId="{233B6590-DDE0-8CCE-92B4-263B8E81350E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13:40:32.802" v="719"/>
          <ac:graphicFrameMkLst>
            <pc:docMk/>
            <pc:sldMk cId="1657521378" sldId="330"/>
            <ac:graphicFrameMk id="5" creationId="{907189C8-F825-B162-0B59-E4D245FDA3EA}"/>
          </ac:graphicFrameMkLst>
        </pc:graphicFrame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1698513522" sldId="331"/>
        </pc:sldMkLst>
        <pc:spChg chg="mod">
          <ac:chgData name="Ronaldo Souza" userId="S::ronaldosouza@parceiros.bemol.com.br::957af891-c2e7-4bfc-84c9-60d892607fcc" providerId="AD" clId="Web-{E14424A1-4E18-05C6-5298-808878F10264}" dt="2026-07-10T14:07:25.298" v="754" actId="20577"/>
          <ac:spMkLst>
            <pc:docMk/>
            <pc:sldMk cId="1698513522" sldId="331"/>
            <ac:spMk id="4" creationId="{D1E42A01-3038-9139-8BC6-CE88AA7BECA7}"/>
          </ac:spMkLst>
        </pc:spChg>
        <pc:picChg chg="add mod">
          <ac:chgData name="Ronaldo Souza" userId="S::ronaldosouza@parceiros.bemol.com.br::957af891-c2e7-4bfc-84c9-60d892607fcc" providerId="AD" clId="Web-{E14424A1-4E18-05C6-5298-808878F10264}" dt="2026-07-10T14:07:00.782" v="731" actId="14100"/>
          <ac:picMkLst>
            <pc:docMk/>
            <pc:sldMk cId="1698513522" sldId="331"/>
            <ac:picMk id="2" creationId="{E1FFA4CC-9428-B351-10FA-7F8D5ABEB6CC}"/>
          </ac:picMkLst>
        </pc:pic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2549836947" sldId="332"/>
        </pc:sldMkLst>
        <pc:spChg chg="mod">
          <ac:chgData name="Ronaldo Souza" userId="S::ronaldosouza@parceiros.bemol.com.br::957af891-c2e7-4bfc-84c9-60d892607fcc" providerId="AD" clId="Web-{E14424A1-4E18-05C6-5298-808878F10264}" dt="2026-07-10T14:09:44.304" v="786" actId="20577"/>
          <ac:spMkLst>
            <pc:docMk/>
            <pc:sldMk cId="2549836947" sldId="332"/>
            <ac:spMk id="4" creationId="{1CEC2819-B32C-6CDD-9ED8-FB0F5AB19BB2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14:09:29.928" v="769"/>
          <ac:graphicFrameMkLst>
            <pc:docMk/>
            <pc:sldMk cId="2549836947" sldId="332"/>
            <ac:graphicFrameMk id="6" creationId="{DAE33530-635B-F040-F26A-E076DFF138BA}"/>
          </ac:graphicFrameMkLst>
        </pc:graphicFrame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878216113" sldId="333"/>
        </pc:sldMkLst>
        <pc:spChg chg="mod">
          <ac:chgData name="Ronaldo Souza" userId="S::ronaldosouza@parceiros.bemol.com.br::957af891-c2e7-4bfc-84c9-60d892607fcc" providerId="AD" clId="Web-{E14424A1-4E18-05C6-5298-808878F10264}" dt="2026-07-10T14:13:18.687" v="792" actId="20577"/>
          <ac:spMkLst>
            <pc:docMk/>
            <pc:sldMk cId="878216113" sldId="333"/>
            <ac:spMk id="4" creationId="{CEDEC5B9-8CE8-B480-373A-6B5851CCB824}"/>
          </ac:spMkLst>
        </pc:spChg>
        <pc:picChg chg="add mod">
          <ac:chgData name="Ronaldo Souza" userId="S::ronaldosouza@parceiros.bemol.com.br::957af891-c2e7-4bfc-84c9-60d892607fcc" providerId="AD" clId="Web-{E14424A1-4E18-05C6-5298-808878F10264}" dt="2026-07-10T14:13:05.889" v="791" actId="14100"/>
          <ac:picMkLst>
            <pc:docMk/>
            <pc:sldMk cId="878216113" sldId="333"/>
            <ac:picMk id="2" creationId="{C3B66D5D-853A-E54B-AFEB-BD6561958553}"/>
          </ac:picMkLst>
        </pc:pic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3815566708" sldId="334"/>
        </pc:sldMkLst>
        <pc:spChg chg="mod">
          <ac:chgData name="Ronaldo Souza" userId="S::ronaldosouza@parceiros.bemol.com.br::957af891-c2e7-4bfc-84c9-60d892607fcc" providerId="AD" clId="Web-{E14424A1-4E18-05C6-5298-808878F10264}" dt="2026-07-10T14:43:03.150" v="795" actId="20577"/>
          <ac:spMkLst>
            <pc:docMk/>
            <pc:sldMk cId="3815566708" sldId="334"/>
            <ac:spMk id="4" creationId="{A3A28A05-C8AE-80F0-065A-F066E6DE87DC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19:04:35.439" v="815" actId="14100"/>
          <ac:spMkLst>
            <pc:docMk/>
            <pc:sldMk cId="3815566708" sldId="334"/>
            <ac:spMk id="7" creationId="{3FE7DDBB-CC78-35F8-6C8E-BDA159867735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19:04:30.439" v="814"/>
          <ac:graphicFrameMkLst>
            <pc:docMk/>
            <pc:sldMk cId="3815566708" sldId="334"/>
            <ac:graphicFrameMk id="6" creationId="{E18B61E7-FB91-B368-0FD6-BB7BC065ADB0}"/>
          </ac:graphicFrameMkLst>
        </pc:graphicFrameChg>
      </pc:sldChg>
      <pc:sldChg chg="addSp delSp modSp add mod replId">
        <pc:chgData name="Ronaldo Souza" userId="S::ronaldosouza@parceiros.bemol.com.br::957af891-c2e7-4bfc-84c9-60d892607fcc" providerId="AD" clId="Web-{E14424A1-4E18-05C6-5298-808878F10264}" dt="2026-07-10T19:40:13.596" v="844"/>
        <pc:sldMkLst>
          <pc:docMk/>
          <pc:sldMk cId="1081001010" sldId="335"/>
        </pc:sldMkLst>
        <pc:spChg chg="mod">
          <ac:chgData name="Ronaldo Souza" userId="S::ronaldosouza@parceiros.bemol.com.br::957af891-c2e7-4bfc-84c9-60d892607fcc" providerId="AD" clId="Web-{E14424A1-4E18-05C6-5298-808878F10264}" dt="2026-07-10T19:35:44.008" v="818" actId="20577"/>
          <ac:spMkLst>
            <pc:docMk/>
            <pc:sldMk cId="1081001010" sldId="335"/>
            <ac:spMk id="4" creationId="{4A9C15F2-4893-00B9-8CA8-F78CF75A3E1D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19:38:25.983" v="838" actId="20577"/>
          <ac:spMkLst>
            <pc:docMk/>
            <pc:sldMk cId="1081001010" sldId="335"/>
            <ac:spMk id="8" creationId="{ECDCB2A7-4642-D69E-0FDD-A4FFFD4C52A1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19:38:34.858" v="840"/>
          <ac:graphicFrameMkLst>
            <pc:docMk/>
            <pc:sldMk cId="1081001010" sldId="335"/>
            <ac:graphicFrameMk id="5" creationId="{B4736D92-5230-07B5-73F1-221619C9B860}"/>
          </ac:graphicFrameMkLst>
        </pc:graphicFrameChg>
      </pc:sldChg>
      <pc:sldChg chg="addSp delSp modSp add replId">
        <pc:chgData name="Ronaldo Souza" userId="S::ronaldosouza@parceiros.bemol.com.br::957af891-c2e7-4bfc-84c9-60d892607fcc" providerId="AD" clId="Web-{E14424A1-4E18-05C6-5298-808878F10264}" dt="2026-07-10T19:42:38.523" v="866" actId="1076"/>
        <pc:sldMkLst>
          <pc:docMk/>
          <pc:sldMk cId="3993117715" sldId="336"/>
        </pc:sldMkLst>
        <pc:spChg chg="mod">
          <ac:chgData name="Ronaldo Souza" userId="S::ronaldosouza@parceiros.bemol.com.br::957af891-c2e7-4bfc-84c9-60d892607fcc" providerId="AD" clId="Web-{E14424A1-4E18-05C6-5298-808878F10264}" dt="2026-07-10T19:42:35.742" v="865" actId="1076"/>
          <ac:spMkLst>
            <pc:docMk/>
            <pc:sldMk cId="3993117715" sldId="336"/>
            <ac:spMk id="2" creationId="{EC7461DD-BA83-B0E1-B364-D2709CD7C752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19:42:38.523" v="866" actId="1076"/>
          <ac:spMkLst>
            <pc:docMk/>
            <pc:sldMk cId="3993117715" sldId="336"/>
            <ac:spMk id="5" creationId="{CB56FDA2-7DD4-F5F4-C743-6AC7C4E20FF9}"/>
          </ac:spMkLst>
        </pc:spChg>
      </pc:sldChg>
      <pc:sldChg chg="addSp delSp modSp add replId">
        <pc:chgData name="Ronaldo Souza" userId="S::ronaldosouza@parceiros.bemol.com.br::957af891-c2e7-4bfc-84c9-60d892607fcc" providerId="AD" clId="Web-{E14424A1-4E18-05C6-5298-808878F10264}" dt="2026-07-10T19:44:06.792" v="880" actId="14100"/>
        <pc:sldMkLst>
          <pc:docMk/>
          <pc:sldMk cId="3380597706" sldId="337"/>
        </pc:sldMkLst>
        <pc:spChg chg="mod">
          <ac:chgData name="Ronaldo Souza" userId="S::ronaldosouza@parceiros.bemol.com.br::957af891-c2e7-4bfc-84c9-60d892607fcc" providerId="AD" clId="Web-{E14424A1-4E18-05C6-5298-808878F10264}" dt="2026-07-10T19:43:33.557" v="869" actId="20577"/>
          <ac:spMkLst>
            <pc:docMk/>
            <pc:sldMk cId="3380597706" sldId="337"/>
            <ac:spMk id="2" creationId="{62576021-63FF-AD83-B042-E8365C6A4D7A}"/>
          </ac:spMkLst>
        </pc:spChg>
        <pc:spChg chg="add mod">
          <ac:chgData name="Ronaldo Souza" userId="S::ronaldosouza@parceiros.bemol.com.br::957af891-c2e7-4bfc-84c9-60d892607fcc" providerId="AD" clId="Web-{E14424A1-4E18-05C6-5298-808878F10264}" dt="2026-07-10T19:44:06.792" v="880" actId="14100"/>
          <ac:spMkLst>
            <pc:docMk/>
            <pc:sldMk cId="3380597706" sldId="337"/>
            <ac:spMk id="7" creationId="{23F83DB4-DCD4-19B9-F90E-E874D5F0182E}"/>
          </ac:spMkLst>
        </pc:spChg>
      </pc:sldChg>
      <pc:sldChg chg="addSp delSp modSp add replId">
        <pc:chgData name="Ronaldo Souza" userId="S::ronaldosouza@parceiros.bemol.com.br::957af891-c2e7-4bfc-84c9-60d892607fcc" providerId="AD" clId="Web-{E14424A1-4E18-05C6-5298-808878F10264}" dt="2026-07-10T19:51:42.012" v="914"/>
        <pc:sldMkLst>
          <pc:docMk/>
          <pc:sldMk cId="1250000352" sldId="338"/>
        </pc:sldMkLst>
        <pc:spChg chg="mod">
          <ac:chgData name="Ronaldo Souza" userId="S::ronaldosouza@parceiros.bemol.com.br::957af891-c2e7-4bfc-84c9-60d892607fcc" providerId="AD" clId="Web-{E14424A1-4E18-05C6-5298-808878F10264}" dt="2026-07-10T19:51:12.339" v="884" actId="20577"/>
          <ac:spMkLst>
            <pc:docMk/>
            <pc:sldMk cId="1250000352" sldId="338"/>
            <ac:spMk id="2" creationId="{9201E8D2-BE1D-2FC4-425A-E10A81E65696}"/>
          </ac:spMkLst>
        </pc:spChg>
        <pc:graphicFrameChg chg="add mod modGraphic">
          <ac:chgData name="Ronaldo Souza" userId="S::ronaldosouza@parceiros.bemol.com.br::957af891-c2e7-4bfc-84c9-60d892607fcc" providerId="AD" clId="Web-{E14424A1-4E18-05C6-5298-808878F10264}" dt="2026-07-10T19:51:42.012" v="914"/>
          <ac:graphicFrameMkLst>
            <pc:docMk/>
            <pc:sldMk cId="1250000352" sldId="338"/>
            <ac:graphicFrameMk id="5" creationId="{09F63B03-3883-BDA9-3377-C1AE53430CCF}"/>
          </ac:graphicFrameMkLst>
        </pc:graphicFrameChg>
      </pc:sldChg>
      <pc:sldMasterChg chg="mod setBg modSldLayout">
        <pc:chgData name="Ronaldo Souza" userId="S::ronaldosouza@parceiros.bemol.com.br::957af891-c2e7-4bfc-84c9-60d892607fcc" providerId="AD" clId="Web-{E14424A1-4E18-05C6-5298-808878F10264}" dt="2026-07-10T19:40:13.596" v="844"/>
        <pc:sldMasterMkLst>
          <pc:docMk/>
          <pc:sldMasterMk cId="737433849" sldId="2147483648"/>
        </pc:sldMasterMkLst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643748357" sldId="2147483681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2691357288" sldId="2147483682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852814036" sldId="2147483684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3409299127" sldId="2147483685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2236107460" sldId="2147483686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2514237806" sldId="2147483687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2561720850" sldId="2147483688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2069536155" sldId="2147483689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1373596587" sldId="2147483690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3227224107" sldId="2147483691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3349029986" sldId="2147483692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3277245184" sldId="2147483693"/>
          </pc:sldLayoutMkLst>
        </pc:sldLayoutChg>
        <pc:sldLayoutChg chg="mod">
          <pc:chgData name="Ronaldo Souza" userId="S::ronaldosouza@parceiros.bemol.com.br::957af891-c2e7-4bfc-84c9-60d892607fcc" providerId="AD" clId="Web-{E14424A1-4E18-05C6-5298-808878F10264}" dt="2026-07-10T19:40:13.596" v="844"/>
          <pc:sldLayoutMkLst>
            <pc:docMk/>
            <pc:sldMasterMk cId="737433849" sldId="2147483648"/>
            <pc:sldLayoutMk cId="1784555930" sldId="2147483694"/>
          </pc:sldLayoutMkLst>
        </pc:sldLayoutChg>
      </pc:sldMasterChg>
    </pc:docChg>
  </pc:docChgLst>
  <pc:docChgLst>
    <pc:chgData name="Ronaldo Souza" userId="S::ronaldosouza@parceiros.bemol.com.br::957af891-c2e7-4bfc-84c9-60d892607fcc" providerId="AD" clId="Web-{EBF6BE3C-D533-99C7-A1C9-D67EE8D0D23E}"/>
    <pc:docChg chg="modSld">
      <pc:chgData name="Ronaldo Souza" userId="S::ronaldosouza@parceiros.bemol.com.br::957af891-c2e7-4bfc-84c9-60d892607fcc" providerId="AD" clId="Web-{EBF6BE3C-D533-99C7-A1C9-D67EE8D0D23E}" dt="2026-07-13T14:13:17.390" v="46" actId="20577"/>
      <pc:docMkLst>
        <pc:docMk/>
      </pc:docMkLst>
      <pc:sldChg chg="modSp">
        <pc:chgData name="Ronaldo Souza" userId="S::ronaldosouza@parceiros.bemol.com.br::957af891-c2e7-4bfc-84c9-60d892607fcc" providerId="AD" clId="Web-{EBF6BE3C-D533-99C7-A1C9-D67EE8D0D23E}" dt="2026-07-13T14:13:17.390" v="46" actId="20577"/>
        <pc:sldMkLst>
          <pc:docMk/>
          <pc:sldMk cId="704370842" sldId="310"/>
        </pc:sldMkLst>
        <pc:spChg chg="mod">
          <ac:chgData name="Ronaldo Souza" userId="S::ronaldosouza@parceiros.bemol.com.br::957af891-c2e7-4bfc-84c9-60d892607fcc" providerId="AD" clId="Web-{EBF6BE3C-D533-99C7-A1C9-D67EE8D0D23E}" dt="2026-07-13T14:13:17.390" v="46" actId="20577"/>
          <ac:spMkLst>
            <pc:docMk/>
            <pc:sldMk cId="704370842" sldId="310"/>
            <ac:spMk id="2" creationId="{70ECFE66-A9E7-A365-967B-2FD670CB39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8D062055-FF22-41B5-A3E3-BBA72FB04CF8}" type="datetime1">
              <a:rPr lang="pt-BR" smtClean="0"/>
              <a:t>13/07/2026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00AC623C-86E0-4A85-83FB-F4A716956FD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4875795-D34C-4888-A841-2F6231E71584}" type="datetime1">
              <a:rPr lang="pt-BR" smtClean="0"/>
              <a:t>13/07/2026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37D7554-D10C-4E29-B8E6-BB7111FA614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1163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965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6255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6F0D-5586-40D5-8769-64A6BDB5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570B834-CBDE-E6F0-03F5-763F92FDA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48175ED-EF03-7D47-9F17-FE7CDAC7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5889E4F-BA88-3115-803E-EE7A47935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9660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86F8-BDAC-08C6-6134-3A2B7491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28D9D88-4EBC-9FE2-4E8D-F128652B9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0315100-51D9-8752-EDFD-8F72B04B1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3C4A996-B6DA-9B13-3705-650EACD96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4023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768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33F1E-AA59-2CC1-1AA7-E2477946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BA649C5-6533-825F-2C36-5532E6DA4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38FA1C4-8DF6-0237-D518-ED3D0B28A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365CA19-3CAE-E245-F646-0851E172D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2962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6400-5C2F-6C05-6F62-A76797A9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268D8D7-2733-0FB4-CF64-84D6976CC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B0D83C4-02D5-CC2D-4342-8ED7E6259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E5D543E-95D1-605B-7896-13A8C6773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6468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F5567-E608-65A9-60FB-F9122EE9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D93ED4A-61E3-F398-662E-ACC575352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AEBFF58-95FD-7306-5433-E52242E7D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46A034C-7F38-EA01-F141-48C7787F7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6539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72A4-E68E-080A-6A09-C4E9F9B8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18CC3E3-5120-0392-59CD-4BED0B6F1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893D56B-82D9-1629-4F2E-AB77B516E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8D8E37B-A1E8-F133-075C-69EB2C9ED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8484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3712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3445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195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07A3E-E9BB-48AB-692A-8944F99F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ADE7E75-9322-13DF-C50F-5DAEE3915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E8F1FF8-F198-53C1-90C1-61BF6162E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4A289A6-E0A2-459C-B5D2-87B073D57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9428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D40C-B987-88AC-7DBE-B4F42292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E346EE6-EA93-AA65-41BF-ECAE0404D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E924F50-F844-0E68-CD00-6A5344422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DCB2D10-45AA-3039-0CE7-CDDA7720E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8469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F048-8BCB-917B-1CAA-3C75B6B4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AFBCB2E-AD26-47C2-D4D9-B9AFFE221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535E583-DAE7-B42A-DB35-F98024BEE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9F7FFCC-73E2-E871-25D9-340448B22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4318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9239-2265-E85B-6B60-F636DD38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942B728-A69A-145E-F06A-104F3A64D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3878589-3C38-79F8-56ED-0E448B8C0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3F77D7B-F63B-32D4-66E1-6020673B8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767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EBC4-E7FB-2307-46A6-8A3FEBF2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1ED445E-B710-234C-EB65-405A9794A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E6E4B6B-F5F8-5C0F-7B23-4C3C496C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DC1563D-7070-0348-E9DF-034A8AF85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4496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7123-4B36-574B-4ADC-5C404FD8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D75CFB1-DA28-E45A-B436-09E70B37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ABE1D34-8796-6E71-CEB5-E6819CB85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D114FA1-C758-6603-B3B7-48F532481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8844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90572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35BF-5D69-270D-AE9C-82FA1D53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C38766D-BEB0-4B67-9A6F-2834F2378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644155A-D0A0-802C-09D4-CE5BAD547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A9E3185-DC49-051A-AEE3-9D49D2D9A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757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3CB0-11A7-E2B6-F8B6-9B8BB0FD9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C73D881-91FE-860A-D09B-DEA5FE784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B7C9EF1-F56F-62AE-9CAF-C697D9CC5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B089A5D-601F-FC3C-867B-495916868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1484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00FC-473D-2E4F-9960-D4B9845C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8EE4924-DCF3-CC37-E585-DD244950F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29D449A-5AA7-31EE-E75A-944C7107A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B774292-942B-4453-EF28-9578B4455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55023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93283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37D7554-D10C-4E29-B8E6-BB7111FA614F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932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pt-BR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Espaço Reservado para Conteúd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Espaço Reservado para o Número do Slide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 e Imagem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títul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ço Reservado para Texto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pt-BR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Espaço Reservado para Conteúd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Espaço Reservado para o Número do Slide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pt-BR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nteúdos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Espaço Reservado para Conteúd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nteúdos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Conteúdo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o Número do Slide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m e Conteúd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2" name="Espaço Reservado para Conteú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pt-BR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o Número do Slide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o Conteúdo e Tabe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Espaço Reservado para Conteú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da Tabela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pt-BR" sz="2000"/>
            </a:lvl1pPr>
          </a:lstStyle>
          <a:p>
            <a:pPr rtl="0"/>
            <a:r>
              <a:rPr lang="pt-BR"/>
              <a:t>Clique no ícone para adicionar uma tabela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o Número do Slide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nteúdos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pt-BR" sz="2000"/>
            </a:lvl1pPr>
            <a:lvl2pPr>
              <a:lnSpc>
                <a:spcPct val="100000"/>
              </a:lnSpc>
              <a:spcAft>
                <a:spcPts val="600"/>
              </a:spcAft>
              <a:defRPr lang="pt-BR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pt-BR" sz="2000"/>
            </a:lvl3pPr>
            <a:lvl4pPr>
              <a:lnSpc>
                <a:spcPct val="100000"/>
              </a:lnSpc>
              <a:spcAft>
                <a:spcPts val="1200"/>
              </a:spcAft>
              <a:defRPr lang="pt-BR" sz="2000"/>
            </a:lvl4pPr>
            <a:lvl5pPr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pt-BR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o Número do Slide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abe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Tabela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pt-BR" sz="2400"/>
            </a:lvl1pPr>
          </a:lstStyle>
          <a:p>
            <a:pPr rtl="0"/>
            <a:r>
              <a:rPr lang="pt-BR"/>
              <a:t>Clique no ícone para adicionar uma tabela</a:t>
            </a:r>
          </a:p>
        </p:txBody>
      </p:sp>
      <p:sp>
        <p:nvSpPr>
          <p:cNvPr id="2" name="Espaço Reservado para o Número do Slide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pt-BR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11963992" cy="52530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b="1">
                <a:ea typeface="+mj-lt"/>
                <a:cs typeface="+mj-lt"/>
              </a:rPr>
              <a:t>SME Vagas na Creche</a:t>
            </a:r>
            <a:endParaRPr lang="pt-BR"/>
          </a:p>
          <a:p>
            <a:r>
              <a:rPr lang="pt-BR" sz="4000">
                <a:ea typeface="+mj-lt"/>
                <a:cs typeface="+mj-lt"/>
              </a:rPr>
              <a:t>Levantamento Arquitetural, Infraestrutura e Sustentabilidade</a:t>
            </a:r>
            <a:endParaRPr lang="pt-BR" sz="4000"/>
          </a:p>
          <a:p>
            <a:br>
              <a:rPr lang="pt-BR" sz="3200" dirty="0">
                <a:ea typeface="+mj-lt"/>
                <a:cs typeface="+mj-lt"/>
              </a:rPr>
            </a:br>
            <a:r>
              <a:rPr lang="pt-BR" sz="3200">
                <a:ea typeface="+mj-lt"/>
                <a:cs typeface="+mj-lt"/>
              </a:rPr>
              <a:t>Secretaria Municipal de Educação de São Paulo</a:t>
            </a:r>
            <a:endParaRPr lang="pt-BR" sz="3200"/>
          </a:p>
          <a:p>
            <a:r>
              <a:rPr lang="pt-BR" sz="3200" dirty="0" err="1">
                <a:ea typeface="+mj-lt"/>
                <a:cs typeface="+mj-lt"/>
              </a:rPr>
              <a:t>Spassu</a:t>
            </a:r>
            <a:r>
              <a:rPr lang="pt-BR" sz="3200" dirty="0">
                <a:ea typeface="+mj-lt"/>
                <a:cs typeface="+mj-lt"/>
              </a:rPr>
              <a:t> Tecnologia · Julho/2026</a:t>
            </a:r>
            <a:endParaRPr lang="pt-BR" sz="3200"/>
          </a:p>
          <a:p>
            <a:r>
              <a:rPr lang="pt-BR" sz="3200" dirty="0">
                <a:ea typeface="+mj-lt"/>
                <a:cs typeface="+mj-lt"/>
              </a:rPr>
              <a:t>Sistema + Pipeline </a:t>
            </a:r>
            <a:r>
              <a:rPr lang="pt-BR" sz="3200" err="1">
                <a:ea typeface="+mj-lt"/>
                <a:cs typeface="+mj-lt"/>
              </a:rPr>
              <a:t>Airflow</a:t>
            </a:r>
            <a:r>
              <a:rPr lang="pt-BR" sz="3200" dirty="0">
                <a:ea typeface="+mj-lt"/>
                <a:cs typeface="+mj-lt"/>
              </a:rPr>
              <a:t> + Infraestrutura </a:t>
            </a:r>
            <a:r>
              <a:rPr lang="pt-BR" sz="3200">
                <a:ea typeface="+mj-lt"/>
                <a:cs typeface="+mj-lt"/>
              </a:rPr>
              <a:t>On-Premises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>
                <a:ea typeface="+mn-lt"/>
                <a:cs typeface="+mn-lt"/>
              </a:rPr>
              <a:t>Contexto e objetivo do sistema</a:t>
            </a:r>
            <a:endParaRPr lang="pt-BR"/>
          </a:p>
          <a:p>
            <a:r>
              <a:rPr lang="pt-BR">
                <a:ea typeface="+mn-lt"/>
                <a:cs typeface="+mn-lt"/>
              </a:rPr>
              <a:t>Arquitetura da aplicação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Pipeline de dados (</a:t>
            </a:r>
            <a:r>
              <a:rPr lang="pt-BR" dirty="0" err="1">
                <a:ea typeface="+mn-lt"/>
                <a:cs typeface="+mn-lt"/>
              </a:rPr>
              <a:t>Airflow</a:t>
            </a:r>
            <a:r>
              <a:rPr lang="pt-BR" dirty="0">
                <a:ea typeface="+mn-lt"/>
                <a:cs typeface="+mn-lt"/>
              </a:rPr>
              <a:t>)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Infraestrutura e </a:t>
            </a:r>
            <a:r>
              <a:rPr lang="pt-BR" dirty="0" err="1">
                <a:ea typeface="+mn-lt"/>
                <a:cs typeface="+mn-lt"/>
              </a:rPr>
              <a:t>DevOps</a:t>
            </a:r>
            <a:endParaRPr lang="pt-BR" dirty="0" err="1"/>
          </a:p>
          <a:p>
            <a:r>
              <a:rPr lang="pt-BR">
                <a:ea typeface="+mn-lt"/>
                <a:cs typeface="+mn-lt"/>
              </a:rPr>
              <a:t>Avaliação consolidada e riscos</a:t>
            </a:r>
            <a:endParaRPr lang="pt-BR"/>
          </a:p>
          <a:p>
            <a:r>
              <a:rPr lang="pt-BR">
                <a:ea typeface="+mn-lt"/>
                <a:cs typeface="+mn-lt"/>
              </a:rPr>
              <a:t>Sustentabilidade (5 anos)</a:t>
            </a:r>
            <a:endParaRPr lang="pt-BR"/>
          </a:p>
          <a:p>
            <a:r>
              <a:rPr lang="pt-BR">
                <a:ea typeface="+mn-lt"/>
                <a:cs typeface="+mn-lt"/>
              </a:rPr>
              <a:t>Pontos fortes, fracos e recomendações</a:t>
            </a:r>
            <a:endParaRPr lang="pt-BR"/>
          </a:p>
          <a:p>
            <a:r>
              <a:rPr lang="pt-BR">
                <a:ea typeface="+mn-lt"/>
                <a:cs typeface="+mn-lt"/>
              </a:rPr>
              <a:t>Próximos passos</a:t>
            </a:r>
            <a:endParaRPr lang="pt-BR"/>
          </a:p>
          <a:p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15" y="3109"/>
            <a:ext cx="9150675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Resumo Executivo</a:t>
            </a:r>
          </a:p>
          <a:p>
            <a:endParaRPr lang="pt-BR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B0626ED8-CCE2-7A8D-6D18-1ED92E6DF35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372635834"/>
              </p:ext>
            </p:extLst>
          </p:nvPr>
        </p:nvGraphicFramePr>
        <p:xfrm>
          <a:off x="1601788" y="1012502"/>
          <a:ext cx="8553449" cy="4023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12571">
                  <a:extLst>
                    <a:ext uri="{9D8B030D-6E8A-4147-A177-3AD203B41FA5}">
                      <a16:colId xmlns:a16="http://schemas.microsoft.com/office/drawing/2014/main" val="2776947227"/>
                    </a:ext>
                  </a:extLst>
                </a:gridCol>
                <a:gridCol w="5940878">
                  <a:extLst>
                    <a:ext uri="{9D8B030D-6E8A-4147-A177-3AD203B41FA5}">
                      <a16:colId xmlns:a16="http://schemas.microsoft.com/office/drawing/2014/main" val="1432996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Aspecto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Situação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94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Propósito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Portal público de consulta de fila e vagas remanescentes em creches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496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Arquitetura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React</a:t>
                      </a:r>
                      <a:r>
                        <a:rPr lang="pt-BR" dirty="0">
                          <a:effectLst/>
                        </a:rPr>
                        <a:t> + Django API + 3 bancos PostgreSQL + Redis + </a:t>
                      </a:r>
                      <a:r>
                        <a:rPr lang="pt-BR" dirty="0" err="1">
                          <a:effectLst/>
                        </a:rPr>
                        <a:t>Airflow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1617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Infraestrutura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On-premises</a:t>
                      </a:r>
                      <a:r>
                        <a:rPr lang="pt-BR" dirty="0">
                          <a:effectLst/>
                        </a:rPr>
                        <a:t>, </a:t>
                      </a:r>
                      <a:r>
                        <a:rPr lang="pt-BR" dirty="0" err="1">
                          <a:effectLst/>
                        </a:rPr>
                        <a:t>Kubernetes</a:t>
                      </a:r>
                      <a:r>
                        <a:rPr lang="pt-BR" dirty="0">
                          <a:effectLst/>
                        </a:rPr>
                        <a:t> (</a:t>
                      </a:r>
                      <a:r>
                        <a:rPr lang="pt-BR" dirty="0" err="1">
                          <a:effectLst/>
                        </a:rPr>
                        <a:t>Rancher</a:t>
                      </a:r>
                      <a:r>
                        <a:rPr lang="pt-BR" dirty="0">
                          <a:effectLst/>
                        </a:rPr>
                        <a:t>), 100% open </a:t>
                      </a:r>
                      <a:r>
                        <a:rPr lang="pt-BR" dirty="0" err="1">
                          <a:effectLst/>
                        </a:rPr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21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Tráfego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~100–150 acessos/dia; pico sazonal no fim do 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>
                          <a:effectLst/>
                        </a:rPr>
                        <a:t>DevOps</a:t>
                      </a:r>
                      <a:endParaRPr lang="pt-BR" dirty="0" err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CI/CD maduro (Jenkins + Docker + K8s) — </a:t>
                      </a:r>
                      <a:r>
                        <a:rPr lang="pt-BR" b="1">
                          <a:effectLst/>
                        </a:rPr>
                        <a:t>nota boa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114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Segurança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Riscos críticos ativos (SQL </a:t>
                      </a:r>
                      <a:r>
                        <a:rPr lang="pt-BR" dirty="0" err="1">
                          <a:effectLst/>
                        </a:rPr>
                        <a:t>injection</a:t>
                      </a:r>
                      <a:r>
                        <a:rPr lang="pt-BR" dirty="0">
                          <a:effectLst/>
                        </a:rPr>
                        <a:t>, </a:t>
                      </a:r>
                      <a:r>
                        <a:rPr lang="pt-BR" dirty="0" err="1">
                          <a:effectLst/>
                        </a:rPr>
                        <a:t>stack</a:t>
                      </a:r>
                      <a:r>
                        <a:rPr lang="pt-BR" dirty="0">
                          <a:effectLst/>
                        </a:rPr>
                        <a:t> EOL) — </a:t>
                      </a:r>
                      <a:r>
                        <a:rPr lang="pt-BR" b="1" dirty="0">
                          <a:effectLst/>
                        </a:rPr>
                        <a:t>ação imediata</a:t>
                      </a:r>
                      <a:endParaRPr lang="pt-BR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894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Sustentabilidade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Viável com modernização programada; insustentável "</a:t>
                      </a:r>
                      <a:r>
                        <a:rPr lang="pt-BR" dirty="0" err="1">
                          <a:effectLst/>
                        </a:rPr>
                        <a:t>as-is</a:t>
                      </a:r>
                      <a:r>
                        <a:rPr lang="pt-BR" dirty="0">
                          <a:effectLst/>
                        </a:rPr>
                        <a:t>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487726"/>
                  </a:ext>
                </a:extLst>
              </a:tr>
            </a:tbl>
          </a:graphicData>
        </a:graphic>
      </p:graphicFrame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3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61F0F5-BCFF-5893-560E-3F9A4CC655DE}"/>
              </a:ext>
            </a:extLst>
          </p:cNvPr>
          <p:cNvSpPr txBox="1"/>
          <p:nvPr/>
        </p:nvSpPr>
        <p:spPr>
          <a:xfrm>
            <a:off x="1603828" y="5069114"/>
            <a:ext cx="933268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b="1" dirty="0"/>
          </a:p>
          <a:p>
            <a:r>
              <a:rPr lang="en-US" sz="1600" b="1" dirty="0" err="1"/>
              <a:t>Mensagem-chave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sistema</a:t>
            </a:r>
            <a:r>
              <a:rPr lang="en-US" sz="1600" dirty="0"/>
              <a:t> </a:t>
            </a:r>
            <a:r>
              <a:rPr lang="en-US" sz="1600" dirty="0" err="1"/>
              <a:t>funcional</a:t>
            </a:r>
            <a:r>
              <a:rPr lang="en-US" sz="1600" dirty="0"/>
              <a:t> e de </a:t>
            </a:r>
            <a:r>
              <a:rPr lang="en-US" sz="1600" dirty="0" err="1"/>
              <a:t>baixo</a:t>
            </a:r>
            <a:r>
              <a:rPr lang="en-US" sz="1600" dirty="0"/>
              <a:t> </a:t>
            </a:r>
            <a:r>
              <a:rPr lang="en-US" sz="1600" dirty="0" err="1"/>
              <a:t>custo</a:t>
            </a:r>
            <a:r>
              <a:rPr lang="en-US" sz="1600" dirty="0"/>
              <a:t> de </a:t>
            </a:r>
            <a:r>
              <a:rPr lang="en-US" sz="1600" dirty="0" err="1"/>
              <a:t>licença</a:t>
            </a:r>
            <a:r>
              <a:rPr lang="en-US" sz="1600" dirty="0"/>
              <a:t>, </a:t>
            </a:r>
            <a:r>
              <a:rPr lang="en-US" sz="1600" dirty="0" err="1"/>
              <a:t>porém</a:t>
            </a:r>
            <a:r>
              <a:rPr lang="en-US" sz="1600" dirty="0"/>
              <a:t> com </a:t>
            </a:r>
            <a:r>
              <a:rPr lang="en-US" sz="1600" b="1" dirty="0" err="1"/>
              <a:t>dívida</a:t>
            </a:r>
            <a:r>
              <a:rPr lang="en-US" sz="1600" b="1" dirty="0"/>
              <a:t> </a:t>
            </a:r>
            <a:r>
              <a:rPr lang="en-US" sz="1600" b="1" dirty="0" err="1"/>
              <a:t>técnica</a:t>
            </a:r>
            <a:r>
              <a:rPr lang="en-US" sz="1600" b="1" dirty="0"/>
              <a:t> e </a:t>
            </a:r>
            <a:r>
              <a:rPr lang="en-US" sz="1600" b="1" dirty="0" err="1"/>
              <a:t>riscos</a:t>
            </a:r>
            <a:r>
              <a:rPr lang="en-US" sz="1600" b="1" dirty="0"/>
              <a:t> de </a:t>
            </a:r>
            <a:r>
              <a:rPr lang="en-US" sz="1600" b="1" dirty="0" err="1"/>
              <a:t>segurança</a:t>
            </a:r>
            <a:r>
              <a:rPr lang="en-US" sz="1600" dirty="0"/>
              <a:t> </a:t>
            </a:r>
            <a:r>
              <a:rPr lang="en-US" sz="1600" dirty="0" err="1"/>
              <a:t>que</a:t>
            </a:r>
            <a:r>
              <a:rPr lang="en-US" sz="1600" dirty="0"/>
              <a:t> </a:t>
            </a:r>
            <a:r>
              <a:rPr lang="en-US" sz="1600" dirty="0" err="1"/>
              <a:t>exigem</a:t>
            </a:r>
            <a:r>
              <a:rPr lang="en-US" sz="1600" dirty="0"/>
              <a:t> plano de </a:t>
            </a:r>
            <a:r>
              <a:rPr lang="en-US" sz="1600" dirty="0" err="1"/>
              <a:t>ação</a:t>
            </a:r>
            <a:r>
              <a:rPr lang="en-US" sz="1600" dirty="0"/>
              <a:t>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F32B-AC2F-14AB-B1CF-B8DAD8F12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DC422-29C6-23CE-DC4E-83EA51A6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186" y="561909"/>
            <a:ext cx="9150675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/>
              <a:t>O que é o Sistema?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4275AB9-22C4-D337-C262-9A37A452C9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4</a:t>
            </a:fld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05708E-B7BB-9C69-36C6-37766D730E18}"/>
              </a:ext>
            </a:extLst>
          </p:cNvPr>
          <p:cNvSpPr txBox="1"/>
          <p:nvPr/>
        </p:nvSpPr>
        <p:spPr>
          <a:xfrm>
            <a:off x="1081314" y="1672772"/>
            <a:ext cx="1000760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Portal </a:t>
            </a:r>
            <a:r>
              <a:rPr lang="en-US" sz="2400" b="1" dirty="0" err="1"/>
              <a:t>público</a:t>
            </a:r>
            <a:r>
              <a:rPr lang="en-US" sz="2400" b="1" dirty="0"/>
              <a:t> </a:t>
            </a:r>
            <a:r>
              <a:rPr lang="en-US" sz="2400" b="1" dirty="0" err="1"/>
              <a:t>que</a:t>
            </a:r>
            <a:r>
              <a:rPr lang="en-US" sz="2400" b="1" dirty="0"/>
              <a:t> </a:t>
            </a:r>
            <a:r>
              <a:rPr lang="en-US" sz="2400" b="1" dirty="0" err="1"/>
              <a:t>permite</a:t>
            </a:r>
            <a:r>
              <a:rPr lang="en-US" sz="2400" b="1" dirty="0"/>
              <a:t> </a:t>
            </a:r>
            <a:r>
              <a:rPr lang="en-US" sz="2400" b="1" dirty="0" err="1"/>
              <a:t>ao</a:t>
            </a:r>
            <a:r>
              <a:rPr lang="en-US" sz="2400" b="1" dirty="0"/>
              <a:t> </a:t>
            </a:r>
            <a:r>
              <a:rPr lang="en-US" sz="2400" b="1" dirty="0" err="1"/>
              <a:t>cidadão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dirty="0" err="1"/>
              <a:t>Consultar</a:t>
            </a:r>
            <a:r>
              <a:rPr lang="en-US" sz="2400" dirty="0"/>
              <a:t> </a:t>
            </a:r>
            <a:r>
              <a:rPr lang="en-US" sz="2400" b="1" dirty="0"/>
              <a:t>fila de </a:t>
            </a:r>
            <a:r>
              <a:rPr lang="en-US" sz="2400" b="1" dirty="0" err="1"/>
              <a:t>espera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creches </a:t>
            </a:r>
            <a:r>
              <a:rPr lang="en-US" sz="2400" dirty="0" err="1"/>
              <a:t>próximas</a:t>
            </a:r>
            <a:r>
              <a:rPr lang="en-US" sz="2400" dirty="0"/>
              <a:t> a um </a:t>
            </a:r>
            <a:r>
              <a:rPr lang="en-US" sz="2400" dirty="0" err="1"/>
              <a:t>endereço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dirty="0" err="1"/>
              <a:t>Consultar</a:t>
            </a:r>
            <a:r>
              <a:rPr lang="en-US" sz="2400" dirty="0"/>
              <a:t> </a:t>
            </a:r>
            <a:r>
              <a:rPr lang="en-US" sz="2400" b="1" dirty="0" err="1"/>
              <a:t>vagas</a:t>
            </a:r>
            <a:r>
              <a:rPr lang="en-US" sz="2400" b="1" dirty="0"/>
              <a:t> </a:t>
            </a:r>
            <a:r>
              <a:rPr lang="en-US" sz="2400" b="1" dirty="0" err="1"/>
              <a:t>remanescentes</a:t>
            </a:r>
            <a:r>
              <a:rPr lang="en-US" sz="2400" dirty="0"/>
              <a:t> (</a:t>
            </a:r>
            <a:r>
              <a:rPr lang="en-US" sz="2400" dirty="0" err="1"/>
              <a:t>filtro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DRE, </a:t>
            </a:r>
            <a:r>
              <a:rPr lang="en-US" sz="2400" dirty="0" err="1"/>
              <a:t>distrito</a:t>
            </a:r>
            <a:r>
              <a:rPr lang="en-US" sz="2400" dirty="0"/>
              <a:t>, </a:t>
            </a:r>
            <a:r>
              <a:rPr lang="en-US" sz="2400" dirty="0" err="1"/>
              <a:t>subprefeitura</a:t>
            </a:r>
            <a:r>
              <a:rPr lang="en-US" sz="2400" dirty="0"/>
              <a:t>)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dirty="0"/>
              <a:t>Visualizar </a:t>
            </a:r>
            <a:r>
              <a:rPr lang="en-US" sz="2400" dirty="0" err="1"/>
              <a:t>escolas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b="1" dirty="0" err="1"/>
              <a:t>mapa</a:t>
            </a:r>
            <a:r>
              <a:rPr lang="en-US" sz="2400" b="1" dirty="0"/>
              <a:t> </a:t>
            </a:r>
            <a:r>
              <a:rPr lang="en-US" sz="2400" b="1" dirty="0" err="1"/>
              <a:t>interativo</a:t>
            </a:r>
            <a:r>
              <a:rPr lang="en-US" sz="2400" dirty="0"/>
              <a:t> (Leaflet / OpenStreetMap)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dirty="0"/>
              <a:t>Registrar </a:t>
            </a:r>
            <a:r>
              <a:rPr lang="en-US" sz="2400" dirty="0" err="1"/>
              <a:t>telemetria</a:t>
            </a:r>
            <a:r>
              <a:rPr lang="en-US" sz="2400" dirty="0"/>
              <a:t> de </a:t>
            </a:r>
            <a:r>
              <a:rPr lang="en-US" sz="2400" dirty="0" err="1"/>
              <a:t>buscas</a:t>
            </a:r>
            <a:r>
              <a:rPr lang="en-US" sz="2400" dirty="0"/>
              <a:t> (histórico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coordenada</a:t>
            </a:r>
            <a:r>
              <a:rPr lang="en-US" sz="2400" dirty="0"/>
              <a:t>)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000" b="1" dirty="0" err="1"/>
              <a:t>Repositórios</a:t>
            </a:r>
            <a:r>
              <a:rPr lang="en-US" sz="2000" b="1" dirty="0"/>
              <a:t>:</a:t>
            </a:r>
            <a:r>
              <a:rPr lang="en-US" sz="2000" dirty="0"/>
              <a:t> SME-</a:t>
            </a:r>
            <a:r>
              <a:rPr lang="en-US" sz="2000" dirty="0" err="1"/>
              <a:t>VagasNaCreche</a:t>
            </a:r>
            <a:r>
              <a:rPr lang="en-US" sz="2000" dirty="0"/>
              <a:t>-API + SME-</a:t>
            </a:r>
            <a:r>
              <a:rPr lang="en-US" sz="2000" dirty="0" err="1"/>
              <a:t>VagasNaCreche</a:t>
            </a:r>
            <a:r>
              <a:rPr lang="en-US" sz="2000" dirty="0"/>
              <a:t>-</a:t>
            </a:r>
            <a:r>
              <a:rPr lang="en-US" sz="2000" dirty="0" err="1"/>
              <a:t>FrontEnd</a:t>
            </a:r>
            <a:br>
              <a:rPr lang="en-US" sz="2000" dirty="0"/>
            </a:br>
            <a:r>
              <a:rPr lang="en-US" sz="2000" b="1" dirty="0"/>
              <a:t>URL:</a:t>
            </a:r>
            <a:r>
              <a:rPr lang="en-US" sz="2000" dirty="0"/>
              <a:t> vaga-na-creche.sme.prefeitura.sp.gov.br</a:t>
            </a:r>
          </a:p>
          <a:p>
            <a:pPr algn="ctr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9615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99CD-D497-4006-718F-969D1903A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610EB-FF01-7AA1-5AD3-FCB91184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186" y="3109"/>
            <a:ext cx="9150675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/>
              <a:t>Componentes e Stack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EC0BACD-96BC-D226-FDB1-C23C9D97C3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5</a:t>
            </a:fld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38BBCCA-CE96-B239-85CB-23B0E7A41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83569"/>
              </p:ext>
            </p:extLst>
          </p:nvPr>
        </p:nvGraphicFramePr>
        <p:xfrm>
          <a:off x="965200" y="1537063"/>
          <a:ext cx="12191999" cy="3291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110204">
                  <a:extLst>
                    <a:ext uri="{9D8B030D-6E8A-4147-A177-3AD203B41FA5}">
                      <a16:colId xmlns:a16="http://schemas.microsoft.com/office/drawing/2014/main" val="1029372241"/>
                    </a:ext>
                  </a:extLst>
                </a:gridCol>
                <a:gridCol w="5017795">
                  <a:extLst>
                    <a:ext uri="{9D8B030D-6E8A-4147-A177-3AD203B41FA5}">
                      <a16:colId xmlns:a16="http://schemas.microsoft.com/office/drawing/2014/main" val="42779166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407359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Camada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Tecnologia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04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React</a:t>
                      </a:r>
                      <a:r>
                        <a:rPr lang="pt-BR" dirty="0">
                          <a:effectLst/>
                        </a:rPr>
                        <a:t> 16, </a:t>
                      </a:r>
                      <a:r>
                        <a:rPr lang="pt-BR" dirty="0" err="1">
                          <a:effectLst/>
                        </a:rPr>
                        <a:t>Nginx</a:t>
                      </a:r>
                      <a:r>
                        <a:rPr lang="pt-BR" dirty="0">
                          <a:effectLst/>
                        </a:rPr>
                        <a:t>, Node 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EOL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08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Django 2.2, DRF, </a:t>
                      </a:r>
                      <a:r>
                        <a:rPr lang="pt-BR" dirty="0" err="1">
                          <a:effectLst/>
                        </a:rPr>
                        <a:t>Gunicorn</a:t>
                      </a:r>
                      <a:r>
                        <a:rPr lang="pt-BR" dirty="0">
                          <a:effectLst/>
                        </a:rPr>
                        <a:t> (8 </a:t>
                      </a:r>
                      <a:r>
                        <a:rPr lang="pt-BR" dirty="0" err="1">
                          <a:effectLst/>
                        </a:rPr>
                        <a:t>workers</a:t>
                      </a:r>
                      <a:r>
                        <a:rPr lang="pt-BR" dirty="0">
                          <a:effectLst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EOL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85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Banco aplicacional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PostgreSQL 12 (~1 GB)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Suporte limitado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89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Data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CIEDUDW (PostgreSQL)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Leitura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814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Fila da Creche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PostgreSQL + </a:t>
                      </a:r>
                      <a:r>
                        <a:rPr lang="pt-BR" dirty="0" err="1">
                          <a:effectLst/>
                        </a:rPr>
                        <a:t>PostGIS</a:t>
                      </a:r>
                      <a:r>
                        <a:rPr lang="pt-BR" dirty="0">
                          <a:effectLst/>
                        </a:rPr>
                        <a:t> (:5433)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Alimentado pelo </a:t>
                      </a:r>
                      <a:r>
                        <a:rPr lang="pt-BR" dirty="0" err="1">
                          <a:effectLst/>
                        </a:rPr>
                        <a:t>Airflow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376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Redis 3.2 (1 </a:t>
                      </a:r>
                      <a:r>
                        <a:rPr lang="pt-BR" dirty="0" err="1">
                          <a:effectLst/>
                        </a:rPr>
                        <a:t>endpoint</a:t>
                      </a:r>
                      <a:r>
                        <a:rPr lang="pt-BR" dirty="0">
                          <a:effectLst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EOL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48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Orquestração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Kubernetes</a:t>
                      </a:r>
                      <a:r>
                        <a:rPr lang="pt-BR" dirty="0">
                          <a:effectLst/>
                        </a:rPr>
                        <a:t> + </a:t>
                      </a:r>
                      <a:r>
                        <a:rPr lang="pt-BR" dirty="0" err="1">
                          <a:effectLst/>
                        </a:rPr>
                        <a:t>Rancher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536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CI/CD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Jenkins + 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54989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C3B736F3-1DC4-495B-0E94-0981C8773FA6}"/>
              </a:ext>
            </a:extLst>
          </p:cNvPr>
          <p:cNvSpPr txBox="1"/>
          <p:nvPr/>
        </p:nvSpPr>
        <p:spPr>
          <a:xfrm>
            <a:off x="965200" y="5236029"/>
            <a:ext cx="1068251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r>
              <a:rPr lang="en-US" b="1"/>
              <a:t>Comunicação:</a:t>
            </a:r>
            <a:r>
              <a:rPr lang="en-US"/>
              <a:t> exclusivamente HTTP síncrono — sem mensageria, WebSocket ou filas.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23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Diagramas </a:t>
            </a:r>
            <a:r>
              <a:rPr lang="pt-BR"/>
              <a:t>Arquiteturais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6699EF-F241-766B-853A-4C70F8254F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7AF53-1017-8267-F0AB-B687EF191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D9E4351-71BC-6637-24D2-76ADC289E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28" y="3109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/>
              <a:t>Diagrama de Arquitetura</a:t>
            </a:r>
          </a:p>
          <a:p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2A6DA9-EC17-358A-3446-3843389A9A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6" name="Espaço Reservado para Conteúdo 5" descr="Diagrama&#10;&#10;O conteúdo gerado por IA pode estar incorreto.">
            <a:extLst>
              <a:ext uri="{FF2B5EF4-FFF2-40B4-BE49-F238E27FC236}">
                <a16:creationId xmlns:a16="http://schemas.microsoft.com/office/drawing/2014/main" id="{5E365DA9-F126-FC1E-B682-D67A8436169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076929" y="648803"/>
            <a:ext cx="10882842" cy="529654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CDC8B88-03F7-9EA9-DCF9-674A996746A7}"/>
              </a:ext>
            </a:extLst>
          </p:cNvPr>
          <p:cNvSpPr txBox="1"/>
          <p:nvPr/>
        </p:nvSpPr>
        <p:spPr>
          <a:xfrm>
            <a:off x="1204686" y="5715000"/>
            <a:ext cx="1087845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/>
              <a:t>Serviços </a:t>
            </a:r>
            <a:r>
              <a:rPr lang="en-US" sz="1100" b="1" dirty="0" err="1"/>
              <a:t>externos</a:t>
            </a:r>
            <a:r>
              <a:rPr lang="en-US" sz="1100" b="1" dirty="0"/>
              <a:t> (FE):</a:t>
            </a:r>
            <a:r>
              <a:rPr lang="en-US" sz="1100" dirty="0"/>
              <a:t> Pelias (</a:t>
            </a:r>
            <a:r>
              <a:rPr lang="en-US" sz="1100" dirty="0" err="1"/>
              <a:t>geocodificação</a:t>
            </a:r>
            <a:r>
              <a:rPr lang="en-US" sz="1100" dirty="0"/>
              <a:t>), OpenStreetMap, Google Analytics</a:t>
            </a:r>
          </a:p>
          <a:p>
            <a:r>
              <a:rPr lang="en-US" sz="1100" b="1" dirty="0" err="1"/>
              <a:t>Operação</a:t>
            </a:r>
            <a:r>
              <a:rPr lang="en-US" sz="1100" b="1" dirty="0"/>
              <a:t>:</a:t>
            </a:r>
            <a:r>
              <a:rPr lang="en-US" sz="1100" dirty="0"/>
              <a:t> Jenkins → Registry SME → Deploy K8s → Telegram</a:t>
            </a:r>
          </a:p>
          <a:p>
            <a:r>
              <a:rPr lang="en-US" sz="1100" b="1" dirty="0" err="1"/>
              <a:t>Destaques</a:t>
            </a:r>
            <a:r>
              <a:rPr lang="en-US" sz="1100" b="1" dirty="0"/>
              <a:t> do </a:t>
            </a:r>
            <a:r>
              <a:rPr lang="en-US" sz="1100" b="1" dirty="0" err="1"/>
              <a:t>diagrama</a:t>
            </a:r>
            <a:r>
              <a:rPr lang="en-US" sz="1100" b="1" dirty="0"/>
              <a:t>:</a:t>
            </a:r>
          </a:p>
          <a:p>
            <a:pPr marL="228600" indent="-228600">
              <a:buFont typeface=""/>
              <a:buChar char="•"/>
            </a:pPr>
            <a:r>
              <a:rPr lang="en-US" sz="1100" dirty="0"/>
              <a:t>2 deployments K8s (</a:t>
            </a:r>
            <a:r>
              <a:rPr lang="en-US" sz="1100" dirty="0" err="1"/>
              <a:t>FrontEnd</a:t>
            </a:r>
            <a:r>
              <a:rPr lang="en-US" sz="1100" dirty="0"/>
              <a:t> + API)</a:t>
            </a:r>
          </a:p>
          <a:p>
            <a:pPr marL="228600" indent="-228600">
              <a:buFont typeface=""/>
              <a:buChar char="•"/>
            </a:pPr>
            <a:r>
              <a:rPr lang="en-US" sz="1100" dirty="0"/>
              <a:t>API </a:t>
            </a:r>
            <a:r>
              <a:rPr lang="en-US" sz="1100" dirty="0" err="1"/>
              <a:t>conecta</a:t>
            </a:r>
            <a:r>
              <a:rPr lang="en-US" sz="1100" dirty="0"/>
              <a:t> a </a:t>
            </a:r>
            <a:r>
              <a:rPr lang="en-US" sz="1100" b="1" dirty="0"/>
              <a:t>3 </a:t>
            </a:r>
            <a:r>
              <a:rPr lang="en-US" sz="1100" b="1" dirty="0" err="1"/>
              <a:t>bancos</a:t>
            </a:r>
            <a:r>
              <a:rPr lang="en-US" sz="1100" dirty="0"/>
              <a:t> + Redis (cache </a:t>
            </a:r>
            <a:r>
              <a:rPr lang="en-US" sz="1100" dirty="0" err="1"/>
              <a:t>parcial</a:t>
            </a:r>
            <a:r>
              <a:rPr lang="en-US" sz="1100" dirty="0"/>
              <a:t>)</a:t>
            </a:r>
          </a:p>
          <a:p>
            <a:pPr marL="228600" indent="-228600">
              <a:buFont typeface=""/>
              <a:buChar char="•"/>
            </a:pPr>
            <a:r>
              <a:rPr lang="en-US" sz="1100" dirty="0"/>
              <a:t>CIEDUDW e Fila da Creche </a:t>
            </a:r>
            <a:r>
              <a:rPr lang="en-US" sz="1100" dirty="0" err="1"/>
              <a:t>são</a:t>
            </a:r>
            <a:r>
              <a:rPr lang="en-US" sz="1100" dirty="0"/>
              <a:t> </a:t>
            </a:r>
            <a:r>
              <a:rPr lang="en-US" sz="1100" b="1" dirty="0"/>
              <a:t>SPOFs</a:t>
            </a:r>
            <a:r>
              <a:rPr lang="en-US" sz="1100" dirty="0"/>
              <a:t> para </a:t>
            </a:r>
            <a:r>
              <a:rPr lang="en-US" sz="1100" dirty="0" err="1"/>
              <a:t>funcionalidades</a:t>
            </a:r>
            <a:r>
              <a:rPr lang="en-US" sz="1100" dirty="0"/>
              <a:t> </a:t>
            </a:r>
            <a:r>
              <a:rPr lang="en-US" sz="1100" dirty="0" err="1"/>
              <a:t>principais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83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57F17-6B07-B9FF-660B-2DF1DD09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7647708-2B74-E741-E7D8-EF7496CD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28" y="3109"/>
            <a:ext cx="9808773" cy="694614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dirty="0"/>
              <a:t>Contexto: Sistema + </a:t>
            </a:r>
            <a:r>
              <a:rPr lang="pt-BR" b="1" dirty="0" err="1"/>
              <a:t>Airflow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F5B9FCC-9ABB-4D54-2FCD-692D31C6A3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11" name="Espaço Reservado para Conteúdo 10" descr="Diagrama&#10;&#10;O conteúdo gerado por IA pode estar incorreto.">
            <a:extLst>
              <a:ext uri="{FF2B5EF4-FFF2-40B4-BE49-F238E27FC236}">
                <a16:creationId xmlns:a16="http://schemas.microsoft.com/office/drawing/2014/main" id="{47FBEEFF-1EAF-A36D-2556-7D8130773D1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98814" y="1402788"/>
            <a:ext cx="11993186" cy="454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1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8485F-9289-F479-7DB5-9A926AAA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C5EECCF-5E7C-3F31-4B3F-592CF728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28" y="3109"/>
            <a:ext cx="9808773" cy="6946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/>
              <a:t>Fluxo ETL Diário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B927ACB-C9C4-5ED8-06F9-C65A6F8262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5973A661-C483-CEBD-1D9C-27B05A1B1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02" y="697820"/>
            <a:ext cx="12162517" cy="589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51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2EE0-F59E-1A06-6F2D-98AC419A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01C0EC0-BDD7-D39C-8E59-0DFFDF92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928" y="3109"/>
            <a:ext cx="9808773" cy="6946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 dirty="0"/>
              <a:t>DAG </a:t>
            </a:r>
            <a:r>
              <a:rPr lang="pt-BR" b="1" dirty="0" err="1"/>
              <a:t>fila_da_creche</a:t>
            </a:r>
            <a:r>
              <a:rPr lang="pt-BR" b="1" dirty="0"/>
              <a:t> (11 </a:t>
            </a:r>
            <a:r>
              <a:rPr lang="pt-BR" b="1" dirty="0" err="1"/>
              <a:t>tasks</a:t>
            </a:r>
            <a:r>
              <a:rPr lang="pt-BR" b="1" dirty="0"/>
              <a:t>)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1D39C3-4152-A2A8-D5CD-F76F2D8FCC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12" name="Imagem 11" descr="Diagrama&#10;&#10;O conteúdo gerado por IA pode estar incorreto.">
            <a:extLst>
              <a:ext uri="{FF2B5EF4-FFF2-40B4-BE49-F238E27FC236}">
                <a16:creationId xmlns:a16="http://schemas.microsoft.com/office/drawing/2014/main" id="{ED636593-1074-54F5-2C47-3BCBF0799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" y="517525"/>
            <a:ext cx="9231538" cy="6193064"/>
          </a:xfrm>
          <a:prstGeom prst="rect">
            <a:avLst/>
          </a:prstGeom>
        </p:spPr>
      </p:pic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B418C427-F443-32E1-8233-F9D695ABF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46004"/>
              </p:ext>
            </p:extLst>
          </p:nvPr>
        </p:nvGraphicFramePr>
        <p:xfrm>
          <a:off x="9144000" y="3976914"/>
          <a:ext cx="3052938" cy="1097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96058">
                  <a:extLst>
                    <a:ext uri="{9D8B030D-6E8A-4147-A177-3AD203B41FA5}">
                      <a16:colId xmlns:a16="http://schemas.microsoft.com/office/drawing/2014/main" val="2924649435"/>
                    </a:ext>
                  </a:extLst>
                </a:gridCol>
                <a:gridCol w="1756880">
                  <a:extLst>
                    <a:ext uri="{9D8B030D-6E8A-4147-A177-3AD203B41FA5}">
                      <a16:colId xmlns:a16="http://schemas.microsoft.com/office/drawing/2014/main" val="761960292"/>
                    </a:ext>
                  </a:extLst>
                </a:gridCol>
              </a:tblGrid>
              <a:tr h="173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Atributo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Valor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727554"/>
                  </a:ext>
                </a:extLst>
              </a:tr>
              <a:tr h="173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Schedule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  <a:latin typeface="Courier New"/>
                        </a:rPr>
                        <a:t>0 10 * * *</a:t>
                      </a:r>
                      <a:r>
                        <a:rPr lang="pt-BR" sz="1200" dirty="0">
                          <a:effectLst/>
                        </a:rPr>
                        <a:t> </a:t>
                      </a:r>
                      <a:r>
                        <a:rPr lang="pt-BR" sz="1200">
                          <a:effectLst/>
                        </a:rPr>
                        <a:t>(10h BRT)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13375"/>
                  </a:ext>
                </a:extLst>
              </a:tr>
              <a:tr h="173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Duração média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~1 min 03 s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466809"/>
                  </a:ext>
                </a:extLst>
              </a:tr>
              <a:tr h="173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Sucesso histórico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~31.274 execuções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304721"/>
                  </a:ext>
                </a:extLst>
              </a:tr>
              <a:tr h="173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Falhas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~156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733570"/>
                  </a:ext>
                </a:extLst>
              </a:tr>
              <a:tr h="123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Últimas 25 runs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100% sucesso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191190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D0A037EE-0E47-8058-38CC-9FDD0791D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190428"/>
              </p:ext>
            </p:extLst>
          </p:nvPr>
        </p:nvGraphicFramePr>
        <p:xfrm>
          <a:off x="152400" y="5396412"/>
          <a:ext cx="6092116" cy="9144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45824">
                  <a:extLst>
                    <a:ext uri="{9D8B030D-6E8A-4147-A177-3AD203B41FA5}">
                      <a16:colId xmlns:a16="http://schemas.microsoft.com/office/drawing/2014/main" val="701552072"/>
                    </a:ext>
                  </a:extLst>
                </a:gridCol>
                <a:gridCol w="2998039">
                  <a:extLst>
                    <a:ext uri="{9D8B030D-6E8A-4147-A177-3AD203B41FA5}">
                      <a16:colId xmlns:a16="http://schemas.microsoft.com/office/drawing/2014/main" val="2305362579"/>
                    </a:ext>
                  </a:extLst>
                </a:gridCol>
                <a:gridCol w="1948253">
                  <a:extLst>
                    <a:ext uri="{9D8B030D-6E8A-4147-A177-3AD203B41FA5}">
                      <a16:colId xmlns:a16="http://schemas.microsoft.com/office/drawing/2014/main" val="3055433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Fase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 err="1">
                          <a:effectLst/>
                        </a:rPr>
                        <a:t>Tasks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Descrição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320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1 — Extração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effectLst/>
                        </a:rPr>
                        <a:t>5 </a:t>
                      </a:r>
                      <a:r>
                        <a:rPr lang="pt-BR" sz="1200" dirty="0" err="1">
                          <a:effectLst/>
                        </a:rPr>
                        <a:t>tasks</a:t>
                      </a:r>
                      <a:r>
                        <a:rPr lang="pt-BR" sz="1200" dirty="0">
                          <a:effectLst/>
                        </a:rPr>
                        <a:t> (paralelo)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Extrai do CIEDU DW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510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2 — Limpeza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 err="1">
                          <a:effectLst/>
                          <a:latin typeface="Courier New"/>
                        </a:rPr>
                        <a:t>truncate_fila_da_creche_tables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Apaga tabelas destino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09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3 — Carga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effectLst/>
                        </a:rPr>
                        <a:t>4 </a:t>
                      </a:r>
                      <a:r>
                        <a:rPr lang="pt-BR" sz="1200" dirty="0" err="1">
                          <a:effectLst/>
                        </a:rPr>
                        <a:t>tasks</a:t>
                      </a:r>
                      <a:r>
                        <a:rPr lang="pt-BR" sz="1200" dirty="0">
                          <a:effectLst/>
                        </a:rPr>
                        <a:t> copy (sequencial)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>
                          <a:effectLst/>
                        </a:rPr>
                        <a:t>Recarrega dados</a:t>
                      </a:r>
                      <a:endParaRPr lang="pt-B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013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effectLst/>
                        </a:rPr>
                        <a:t>4 — </a:t>
                      </a:r>
                      <a:r>
                        <a:rPr lang="pt-BR" sz="1200" dirty="0" err="1">
                          <a:effectLst/>
                        </a:rPr>
                        <a:t>Geo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 err="1">
                          <a:effectLst/>
                          <a:latin typeface="Courier New"/>
                        </a:rPr>
                        <a:t>add_geom_to_schools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effectLst/>
                        </a:rPr>
                        <a:t>Geometria </a:t>
                      </a:r>
                      <a:r>
                        <a:rPr lang="pt-BR" sz="1200" dirty="0" err="1">
                          <a:effectLst/>
                        </a:rPr>
                        <a:t>PostGIS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945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0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1BFA0-5BEC-D9B2-04A3-745B7DEB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Fluxos de Negócio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2150A-FD31-BE81-FAF2-CD673FE4D29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45720" rIns="91440" bIns="45720" rtlCol="0" anchor="t">
            <a:normAutofit lnSpcReduction="10000"/>
          </a:bodyPr>
          <a:lstStyle/>
          <a:p>
            <a:r>
              <a:rPr lang="pt-BR" b="1">
                <a:ea typeface="+mn-lt"/>
                <a:cs typeface="+mn-lt"/>
              </a:rPr>
              <a:t>Consulta de Fila de Espera: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Cidadão informa endereço → </a:t>
            </a:r>
            <a:r>
              <a:rPr lang="pt-BR" dirty="0" err="1">
                <a:ea typeface="+mn-lt"/>
                <a:cs typeface="+mn-lt"/>
              </a:rPr>
              <a:t>Pelias</a:t>
            </a:r>
            <a:r>
              <a:rPr lang="pt-BR" dirty="0">
                <a:ea typeface="+mn-lt"/>
                <a:cs typeface="+mn-lt"/>
              </a:rPr>
              <a:t> retorna coordenadas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FE chama </a:t>
            </a:r>
            <a:r>
              <a:rPr lang="pt-BR" dirty="0">
                <a:latin typeface="Consolas"/>
              </a:rPr>
              <a:t>GET /fila/</a:t>
            </a:r>
            <a:r>
              <a:rPr lang="pt-BR" dirty="0" err="1">
                <a:latin typeface="Consolas"/>
              </a:rPr>
              <a:t>espera_escola_raio</a:t>
            </a:r>
            <a:r>
              <a:rPr lang="pt-BR" dirty="0">
                <a:latin typeface="Consolas"/>
              </a:rPr>
              <a:t>/{</a:t>
            </a:r>
            <a:r>
              <a:rPr lang="pt-BR" dirty="0" err="1">
                <a:latin typeface="Consolas"/>
              </a:rPr>
              <a:t>lat</a:t>
            </a:r>
            <a:r>
              <a:rPr lang="pt-BR" dirty="0">
                <a:latin typeface="Consolas"/>
              </a:rPr>
              <a:t>}/{</a:t>
            </a:r>
            <a:r>
              <a:rPr lang="pt-BR" dirty="0" err="1">
                <a:latin typeface="Consolas"/>
              </a:rPr>
              <a:t>lon</a:t>
            </a:r>
            <a:r>
              <a:rPr lang="pt-BR" dirty="0">
                <a:latin typeface="Consolas"/>
              </a:rPr>
              <a:t>}/{serie}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dirty="0">
                <a:ea typeface="+mn-lt"/>
                <a:cs typeface="+mn-lt"/>
              </a:rPr>
              <a:t>API consulta Fila DB (</a:t>
            </a:r>
            <a:r>
              <a:rPr lang="pt-BR" dirty="0" err="1">
                <a:ea typeface="+mn-lt"/>
                <a:cs typeface="+mn-lt"/>
              </a:rPr>
              <a:t>PostGIS</a:t>
            </a:r>
            <a:r>
              <a:rPr lang="pt-BR" dirty="0">
                <a:ea typeface="+mn-lt"/>
                <a:cs typeface="+mn-lt"/>
              </a:rPr>
              <a:t> — raio geográfico)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>
                <a:ea typeface="+mn-lt"/>
                <a:cs typeface="+mn-lt"/>
              </a:rPr>
              <a:t>Retorna escolas + posição na fila + mapa</a:t>
            </a:r>
            <a:endParaRPr lang="pt-BR"/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99D4E9-D5F6-122B-B186-873BB8E0D59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pt-BR" b="1">
                <a:ea typeface="+mn-lt"/>
                <a:cs typeface="+mn-lt"/>
              </a:rPr>
              <a:t>Consulta de Vagas Remanescentes: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>
                <a:ea typeface="+mn-lt"/>
                <a:cs typeface="+mn-lt"/>
              </a:rPr>
              <a:t>FE chama </a:t>
            </a:r>
            <a:r>
              <a:rPr lang="pt-BR">
                <a:latin typeface="Consolas"/>
              </a:rPr>
              <a:t>GET /vaga/filtros/</a:t>
            </a:r>
            <a:r>
              <a:rPr lang="pt-BR">
                <a:ea typeface="+mn-lt"/>
                <a:cs typeface="+mn-lt"/>
              </a:rPr>
              <a:t> (cache Redis, TTL 1h)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>
                <a:ea typeface="+mn-lt"/>
                <a:cs typeface="+mn-lt"/>
              </a:rPr>
              <a:t>Cidadão seleciona DRE/distrito/subprefeitura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>
                <a:ea typeface="+mn-lt"/>
                <a:cs typeface="+mn-lt"/>
              </a:rPr>
              <a:t>FE chama </a:t>
            </a:r>
            <a:r>
              <a:rPr lang="pt-BR">
                <a:latin typeface="Consolas"/>
              </a:rPr>
              <a:t>GET /vaga/{serie}/?filtro=&amp;busca=</a:t>
            </a:r>
            <a:endParaRPr lang="pt-BR"/>
          </a:p>
          <a:p>
            <a:pPr marL="285750" indent="-285750">
              <a:buFont typeface="Arial"/>
              <a:buChar char="•"/>
            </a:pPr>
            <a:r>
              <a:rPr lang="pt-BR">
                <a:ea typeface="+mn-lt"/>
                <a:cs typeface="+mn-lt"/>
              </a:rPr>
              <a:t>API consulta CIEDUDW → retorna escolas com vagas</a:t>
            </a:r>
            <a:endParaRPr lang="pt-BR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848E22-1221-D746-C8B7-C9628C576D6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423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Infraestrutura </a:t>
            </a:r>
            <a:r>
              <a:rPr lang="pt-BR" dirty="0" err="1"/>
              <a:t>On-Premises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12</a:t>
            </a:fld>
            <a:endParaRPr lang="pt-BR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EA0C1460-529C-4155-B94B-8E9217376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391191"/>
              </p:ext>
            </p:extLst>
          </p:nvPr>
        </p:nvGraphicFramePr>
        <p:xfrm>
          <a:off x="1219200" y="1930400"/>
          <a:ext cx="10180237" cy="29260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12674">
                  <a:extLst>
                    <a:ext uri="{9D8B030D-6E8A-4147-A177-3AD203B41FA5}">
                      <a16:colId xmlns:a16="http://schemas.microsoft.com/office/drawing/2014/main" val="2117832294"/>
                    </a:ext>
                  </a:extLst>
                </a:gridCol>
                <a:gridCol w="8167563">
                  <a:extLst>
                    <a:ext uri="{9D8B030D-6E8A-4147-A177-3AD203B41FA5}">
                      <a16:colId xmlns:a16="http://schemas.microsoft.com/office/drawing/2014/main" val="303259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Detalhe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38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Modelo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On-premises</a:t>
                      </a:r>
                      <a:r>
                        <a:rPr lang="pt-BR" dirty="0">
                          <a:effectLst/>
                        </a:rPr>
                        <a:t> (Zen Orchestra + Hyper-V)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45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Orquestração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Kubernetes</a:t>
                      </a:r>
                      <a:r>
                        <a:rPr lang="pt-BR" dirty="0">
                          <a:effectLst/>
                        </a:rPr>
                        <a:t> via </a:t>
                      </a:r>
                      <a:r>
                        <a:rPr lang="pt-BR" dirty="0" err="1">
                          <a:effectLst/>
                        </a:rPr>
                        <a:t>Rancher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39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Clusters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Produção (3 CP + 13 </a:t>
                      </a:r>
                      <a:r>
                        <a:rPr lang="pt-BR" dirty="0" err="1">
                          <a:effectLst/>
                        </a:rPr>
                        <a:t>workers</a:t>
                      </a:r>
                      <a:r>
                        <a:rPr lang="pt-BR" dirty="0">
                          <a:effectLst/>
                        </a:rPr>
                        <a:t> = 16 nós), Release (QA/</a:t>
                      </a:r>
                      <a:r>
                        <a:rPr lang="pt-BR" dirty="0" err="1">
                          <a:effectLst/>
                        </a:rPr>
                        <a:t>homolog</a:t>
                      </a:r>
                      <a:r>
                        <a:rPr lang="pt-BR" dirty="0">
                          <a:effectLst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6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Segregação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Prod</a:t>
                      </a:r>
                      <a:r>
                        <a:rPr lang="pt-BR" dirty="0">
                          <a:effectLst/>
                        </a:rPr>
                        <a:t> no cluster </a:t>
                      </a:r>
                      <a:r>
                        <a:rPr lang="pt-BR" dirty="0" err="1">
                          <a:effectLst/>
                        </a:rPr>
                        <a:t>prod</a:t>
                      </a:r>
                      <a:r>
                        <a:rPr lang="pt-BR" dirty="0">
                          <a:effectLst/>
                        </a:rPr>
                        <a:t>; QA/</a:t>
                      </a:r>
                      <a:r>
                        <a:rPr lang="pt-BR" dirty="0" err="1">
                          <a:effectLst/>
                        </a:rPr>
                        <a:t>homolog</a:t>
                      </a:r>
                      <a:r>
                        <a:rPr lang="pt-BR" dirty="0">
                          <a:effectLst/>
                        </a:rPr>
                        <a:t> no cluster release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76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Proxy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IP VIP + 2 </a:t>
                      </a:r>
                      <a:r>
                        <a:rPr lang="pt-BR" dirty="0" err="1">
                          <a:effectLst/>
                        </a:rPr>
                        <a:t>Nginx</a:t>
                      </a:r>
                      <a:r>
                        <a:rPr lang="pt-BR" dirty="0">
                          <a:effectLst/>
                        </a:rPr>
                        <a:t> (Infra Física) → </a:t>
                      </a:r>
                      <a:r>
                        <a:rPr lang="pt-BR" dirty="0" err="1">
                          <a:effectLst/>
                        </a:rPr>
                        <a:t>Ingress</a:t>
                      </a:r>
                      <a:r>
                        <a:rPr lang="pt-BR" dirty="0">
                          <a:effectLst/>
                        </a:rPr>
                        <a:t> K8s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3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 err="1">
                          <a:effectLst/>
                        </a:rPr>
                        <a:t>Storage</a:t>
                      </a:r>
                      <a:endParaRPr lang="pt-BR" dirty="0" err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NFS (PV/PVC até 100 GB)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88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Plataforma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100% OSS — zero custo de licença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572981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84EA9F-82EB-E694-0BF8-F08B077C2D96}"/>
              </a:ext>
            </a:extLst>
          </p:cNvPr>
          <p:cNvSpPr txBox="1"/>
          <p:nvPr/>
        </p:nvSpPr>
        <p:spPr>
          <a:xfrm>
            <a:off x="1219200" y="5373914"/>
            <a:ext cx="87811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r>
              <a:rPr lang="en-US" b="1" dirty="0" err="1"/>
              <a:t>Tráfego</a:t>
            </a:r>
            <a:r>
              <a:rPr lang="en-US" b="1" dirty="0"/>
              <a:t> de entrada:</a:t>
            </a:r>
            <a:r>
              <a:rPr lang="en-US" dirty="0"/>
              <a:t> vaga-na-creche.sme.prefeitura.sp.gov.br</a:t>
            </a:r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 err="1"/>
              <a:t>Kubernetes</a:t>
            </a:r>
            <a:r>
              <a:rPr lang="pt-BR" dirty="0"/>
              <a:t>: Vaga na Creche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13</a:t>
            </a:fld>
            <a:endParaRPr lang="pt-BR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A5876C2-C226-2FFC-C90F-A09D62B65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689232"/>
              </p:ext>
            </p:extLst>
          </p:nvPr>
        </p:nvGraphicFramePr>
        <p:xfrm>
          <a:off x="892628" y="1711960"/>
          <a:ext cx="12191999" cy="29260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016897">
                  <a:extLst>
                    <a:ext uri="{9D8B030D-6E8A-4147-A177-3AD203B41FA5}">
                      <a16:colId xmlns:a16="http://schemas.microsoft.com/office/drawing/2014/main" val="1052524546"/>
                    </a:ext>
                  </a:extLst>
                </a:gridCol>
                <a:gridCol w="9175102">
                  <a:extLst>
                    <a:ext uri="{9D8B030D-6E8A-4147-A177-3AD203B41FA5}">
                      <a16:colId xmlns:a16="http://schemas.microsoft.com/office/drawing/2014/main" val="79408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Recurso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Produção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107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Namespace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  <a:latin typeface="Courier New" panose="02070309020205020404" pitchFamily="49" charset="0"/>
                        </a:rPr>
                        <a:t>sme-vaganacreche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193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Deployments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FrontEnd +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58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1 pod por serviço</a:t>
                      </a:r>
                      <a:r>
                        <a:rPr lang="pt-BR">
                          <a:effectLst/>
                        </a:rPr>
                        <a:t> (sem réplica extra)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79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HPA / Autoscale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Desabilitado</a:t>
                      </a:r>
                      <a:r>
                        <a:rPr lang="pt-BR">
                          <a:effectLst/>
                        </a:rPr>
                        <a:t> (restrição de recursos)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185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Deploy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Rolling Update (~5 min)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520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Rollback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Revert Git + reexecução Jenkins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17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K8s Secrets + ConfigMaps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548104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148A27-FC49-30D1-F1B8-75261D256545}"/>
              </a:ext>
            </a:extLst>
          </p:cNvPr>
          <p:cNvSpPr txBox="1"/>
          <p:nvPr/>
        </p:nvSpPr>
        <p:spPr>
          <a:xfrm>
            <a:off x="1081314" y="5148943"/>
            <a:ext cx="100874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r>
              <a:rPr lang="en-US" b="1"/>
              <a:t>Limitação crítica:</a:t>
            </a:r>
            <a:r>
              <a:rPr lang="en-US"/>
              <a:t> 1 pod/serviço = sem resiliência; pico sazonal exige intervenção manual ou novos servidores.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Pipeline CI/CD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14</a:t>
            </a:fld>
            <a:endParaRPr lang="pt-BR" dirty="0"/>
          </a:p>
        </p:txBody>
      </p:sp>
      <p:pic>
        <p:nvPicPr>
          <p:cNvPr id="15" name="Imagem 14" descr="Diagrama&#10;&#10;O conteúdo gerado por IA pode estar incorreto.">
            <a:extLst>
              <a:ext uri="{FF2B5EF4-FFF2-40B4-BE49-F238E27FC236}">
                <a16:creationId xmlns:a16="http://schemas.microsoft.com/office/drawing/2014/main" id="{FD58F57F-2785-8932-D9D0-303AB7C36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93" y="1347107"/>
            <a:ext cx="11631385" cy="396784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22452A-1900-D18C-74C1-B15BCF81FDF8}"/>
              </a:ext>
            </a:extLst>
          </p:cNvPr>
          <p:cNvSpPr txBox="1"/>
          <p:nvPr/>
        </p:nvSpPr>
        <p:spPr>
          <a:xfrm>
            <a:off x="899886" y="5482771"/>
            <a:ext cx="965925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Pontos fortes:</a:t>
            </a:r>
            <a:r>
              <a:rPr lang="en-US"/>
              <a:t> automatizado, multi-ambiente, notificação Telegram</a:t>
            </a:r>
            <a:br>
              <a:rPr lang="en-US"/>
            </a:br>
            <a:r>
              <a:rPr lang="en-US" b="1"/>
              <a:t>Gaps:</a:t>
            </a:r>
            <a:r>
              <a:rPr lang="en-US"/>
              <a:t> apps legadas sem testes/Quality Gate; sem Blue/Green ou Canary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C2F13-AA26-3C44-1CDA-C2DFCAE6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A9459C-D95F-F337-55B8-3D21FB551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Banco de Dados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B670830E-E3C7-1050-BBDE-18C6EC3294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15</a:t>
            </a:fld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07189C8-F825-B162-0B59-E4D245FDA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150956"/>
              </p:ext>
            </p:extLst>
          </p:nvPr>
        </p:nvGraphicFramePr>
        <p:xfrm>
          <a:off x="943429" y="1695269"/>
          <a:ext cx="12191998" cy="1828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45935429"/>
                    </a:ext>
                  </a:extLst>
                </a:gridCol>
                <a:gridCol w="3016897">
                  <a:extLst>
                    <a:ext uri="{9D8B030D-6E8A-4147-A177-3AD203B41FA5}">
                      <a16:colId xmlns:a16="http://schemas.microsoft.com/office/drawing/2014/main" val="2848912781"/>
                    </a:ext>
                  </a:extLst>
                </a:gridCol>
                <a:gridCol w="5111101">
                  <a:extLst>
                    <a:ext uri="{9D8B030D-6E8A-4147-A177-3AD203B41FA5}">
                      <a16:colId xmlns:a16="http://schemas.microsoft.com/office/drawing/2014/main" val="1586897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Banco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Função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Capacidade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97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  <a:latin typeface="Courier New"/>
                        </a:rPr>
                        <a:t>db_vaga</a:t>
                      </a:r>
                      <a:r>
                        <a:rPr lang="pt-BR" dirty="0">
                          <a:effectLst/>
                        </a:rPr>
                        <a:t> (PG aplicacional)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Histórico de buscas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16 </a:t>
                      </a:r>
                      <a:r>
                        <a:rPr lang="pt-BR" dirty="0" err="1">
                          <a:effectLst/>
                        </a:rPr>
                        <a:t>vCPUs</a:t>
                      </a:r>
                      <a:r>
                        <a:rPr lang="pt-BR" dirty="0">
                          <a:effectLst/>
                        </a:rPr>
                        <a:t>, 18 </a:t>
                      </a:r>
                      <a:r>
                        <a:rPr lang="pt-BR" dirty="0" err="1">
                          <a:effectLst/>
                        </a:rPr>
                        <a:t>GiB</a:t>
                      </a:r>
                      <a:r>
                        <a:rPr lang="pt-BR" dirty="0">
                          <a:effectLst/>
                        </a:rPr>
                        <a:t>, ~1 GB (+1 MB/mês)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80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CIEDUDW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Vagas remanescentes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Compartilhado, leitura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46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Fila da Creche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Fila + </a:t>
                      </a:r>
                      <a:r>
                        <a:rPr lang="pt-BR" dirty="0" err="1">
                          <a:effectLst/>
                        </a:rPr>
                        <a:t>PostGIS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Alimentado pelo </a:t>
                      </a:r>
                      <a:r>
                        <a:rPr lang="pt-BR" dirty="0" err="1">
                          <a:effectLst/>
                        </a:rPr>
                        <a:t>Airflow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210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Redis 3.2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Cache </a:t>
                      </a:r>
                      <a:r>
                        <a:rPr lang="pt-BR">
                          <a:effectLst/>
                          <a:latin typeface="Courier New" panose="02070309020205020404" pitchFamily="49" charset="0"/>
                        </a:rPr>
                        <a:t>/vaga/filtros/</a:t>
                      </a:r>
                      <a:endParaRPr lang="pt-BR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Sem HA informada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555883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233B6590-DDE0-8CCE-92B4-263B8E81350E}"/>
              </a:ext>
            </a:extLst>
          </p:cNvPr>
          <p:cNvSpPr txBox="1"/>
          <p:nvPr/>
        </p:nvSpPr>
        <p:spPr>
          <a:xfrm>
            <a:off x="921658" y="4176486"/>
            <a:ext cx="1105262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HA (prod):</a:t>
            </a:r>
            <a:r>
              <a:rPr lang="en-US" dirty="0"/>
              <a:t> </a:t>
            </a:r>
            <a:r>
              <a:rPr lang="en-US" dirty="0" err="1"/>
              <a:t>réplica</a:t>
            </a:r>
            <a:r>
              <a:rPr lang="en-US" dirty="0"/>
              <a:t> read-only no </a:t>
            </a:r>
            <a:r>
              <a:rPr lang="en-US" dirty="0" err="1"/>
              <a:t>db_vaga</a:t>
            </a:r>
            <a:br>
              <a:rPr lang="en-US" dirty="0"/>
            </a:br>
            <a:r>
              <a:rPr lang="en-US" b="1" dirty="0"/>
              <a:t>Backup:</a:t>
            </a:r>
            <a:r>
              <a:rPr lang="en-US" dirty="0"/>
              <a:t> dump </a:t>
            </a:r>
            <a:r>
              <a:rPr lang="en-US" dirty="0" err="1"/>
              <a:t>diário</a:t>
            </a:r>
            <a:r>
              <a:rPr lang="en-US" dirty="0"/>
              <a:t> (RPO ~24h)</a:t>
            </a:r>
            <a:br>
              <a:rPr lang="en-US" dirty="0"/>
            </a:br>
            <a:r>
              <a:rPr lang="en-US" b="1" dirty="0"/>
              <a:t>Ambientes:</a:t>
            </a:r>
            <a:r>
              <a:rPr lang="en-US" dirty="0"/>
              <a:t> banco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separado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ambiente</a:t>
            </a:r>
            <a:r>
              <a:rPr lang="en-US" dirty="0"/>
              <a:t> para Vaga </a:t>
            </a:r>
            <a:r>
              <a:rPr lang="en-US" dirty="0" err="1"/>
              <a:t>na</a:t>
            </a:r>
            <a:r>
              <a:rPr lang="en-US" dirty="0"/>
              <a:t> Creche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Obs.: Pelo </a:t>
            </a:r>
            <a:r>
              <a:rPr lang="en-US" dirty="0" err="1">
                <a:ea typeface="+mn-lt"/>
                <a:cs typeface="+mn-lt"/>
              </a:rPr>
              <a:t>tamanho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atual</a:t>
            </a:r>
            <a:r>
              <a:rPr lang="en-US" dirty="0">
                <a:ea typeface="+mn-lt"/>
                <a:cs typeface="+mn-lt"/>
              </a:rPr>
              <a:t> da base 1GB </a:t>
            </a:r>
            <a:r>
              <a:rPr lang="en-US" dirty="0" err="1">
                <a:ea typeface="+mn-lt"/>
                <a:cs typeface="+mn-lt"/>
              </a:rPr>
              <a:t>parece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pequeno</a:t>
            </a:r>
            <a:r>
              <a:rPr lang="en-US" dirty="0">
                <a:ea typeface="+mn-lt"/>
                <a:cs typeface="+mn-lt"/>
              </a:rPr>
              <a:t> para 16 vCPUs, mas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dá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afirmar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superdimensionamento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olhar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consumo</a:t>
            </a:r>
            <a:r>
              <a:rPr lang="en-US" dirty="0">
                <a:ea typeface="+mn-lt"/>
                <a:cs typeface="+mn-lt"/>
              </a:rPr>
              <a:t> real de CPU, </a:t>
            </a:r>
            <a:r>
              <a:rPr lang="en-US" dirty="0" err="1">
                <a:ea typeface="+mn-lt"/>
                <a:cs typeface="+mn-lt"/>
              </a:rPr>
              <a:t>memória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conexões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consultas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521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BD1DC-3CF2-CAF5-9B37-843462FA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1E42A01-3038-9139-8BC6-CE88AA7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00" y="-359748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Matriz de Risco de Segurança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3465612-467B-EAD4-36D2-523FDD99354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16</a:t>
            </a:fld>
            <a:endParaRPr lang="pt-BR" dirty="0"/>
          </a:p>
        </p:txBody>
      </p:sp>
      <p:pic>
        <p:nvPicPr>
          <p:cNvPr id="2" name="Imagem 1" descr="Diagrama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E1FFA4CC-9428-B351-10FA-7F8D5ABEB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1066800"/>
            <a:ext cx="6218917" cy="579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1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7D03A-70C4-069B-7DA4-7F5B435E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CEC2819-B32C-6CDD-9ED8-FB0F5AB1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00" y="-359748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Principais Riscos Técnicos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83410C13-9937-7062-155E-62FF410906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17</a:t>
            </a:fld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AE33530-635B-F040-F26A-E076DFF13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395640"/>
              </p:ext>
            </p:extLst>
          </p:nvPr>
        </p:nvGraphicFramePr>
        <p:xfrm>
          <a:off x="1008743" y="1262743"/>
          <a:ext cx="11216574" cy="3291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829796">
                  <a:extLst>
                    <a:ext uri="{9D8B030D-6E8A-4147-A177-3AD203B41FA5}">
                      <a16:colId xmlns:a16="http://schemas.microsoft.com/office/drawing/2014/main" val="2583841450"/>
                    </a:ext>
                  </a:extLst>
                </a:gridCol>
                <a:gridCol w="5302897">
                  <a:extLst>
                    <a:ext uri="{9D8B030D-6E8A-4147-A177-3AD203B41FA5}">
                      <a16:colId xmlns:a16="http://schemas.microsoft.com/office/drawing/2014/main" val="1392083913"/>
                    </a:ext>
                  </a:extLst>
                </a:gridCol>
                <a:gridCol w="5083881">
                  <a:extLst>
                    <a:ext uri="{9D8B030D-6E8A-4147-A177-3AD203B41FA5}">
                      <a16:colId xmlns:a16="http://schemas.microsoft.com/office/drawing/2014/main" val="3536484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Risco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Impacto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65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SQL </a:t>
                      </a:r>
                      <a:r>
                        <a:rPr lang="pt-BR" dirty="0" err="1">
                          <a:effectLst/>
                        </a:rPr>
                        <a:t>injection</a:t>
                      </a:r>
                      <a:r>
                        <a:rPr lang="pt-BR" dirty="0">
                          <a:effectLst/>
                        </a:rPr>
                        <a:t> (queries não parametrizadas)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Comprometimento de 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893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Stack EOL (Python 3.7, Django 2.2, </a:t>
                      </a:r>
                      <a:r>
                        <a:rPr lang="pt-BR" dirty="0" err="1">
                          <a:effectLst/>
                        </a:rPr>
                        <a:t>React</a:t>
                      </a:r>
                      <a:r>
                        <a:rPr lang="pt-BR" dirty="0">
                          <a:effectLst/>
                        </a:rPr>
                        <a:t> 16)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CVEs</a:t>
                      </a:r>
                      <a:r>
                        <a:rPr lang="pt-BR" dirty="0">
                          <a:effectLst/>
                        </a:rPr>
                        <a:t> sem patch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14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1 </a:t>
                      </a:r>
                      <a:r>
                        <a:rPr lang="pt-BR" dirty="0" err="1">
                          <a:effectLst/>
                        </a:rPr>
                        <a:t>pod</a:t>
                      </a:r>
                      <a:r>
                        <a:rPr lang="pt-BR" dirty="0">
                          <a:effectLst/>
                        </a:rPr>
                        <a:t>/serviço, sem 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Sem resiliência em picos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658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Connect-per-query nos </a:t>
                      </a:r>
                      <a:r>
                        <a:rPr lang="pt-BR" dirty="0" err="1">
                          <a:effectLst/>
                        </a:rPr>
                        <a:t>DWs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Latência e esgotamento de conexões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538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Cache insuficiente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Carga excessiva nos bancos legados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866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Observabilidade</a:t>
                      </a:r>
                      <a:r>
                        <a:rPr lang="pt-BR" dirty="0">
                          <a:effectLst/>
                        </a:rPr>
                        <a:t> fraca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Erros 500 intermitentes (6–8/dia)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677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Conhecimento escasso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Sistema "arqueológico", pouca manutenção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7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Full </a:t>
                      </a:r>
                      <a:r>
                        <a:rPr lang="pt-BR" dirty="0" err="1">
                          <a:effectLst/>
                        </a:rPr>
                        <a:t>refresh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Airflow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Janela de dados vazios durante carga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06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836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3FB4B-F19E-9658-1B16-98D9AE297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EDEC5B9-8CE8-B480-373A-6B5851CC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00" y="-359748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Avaliação Consolidada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CC3F529A-DFD7-72A2-8C48-164563096C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18</a:t>
            </a:fld>
            <a:endParaRPr lang="pt-BR" dirty="0"/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C3B66D5D-853A-E54B-AFEB-BD6561958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44" y="1246868"/>
            <a:ext cx="9801225" cy="456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1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9CB65-4C88-3DF2-603E-E6ADE266A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3A28A05-C8AE-80F0-065A-F066E6DE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00" y="-359748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Observabilidade e Operação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6466DB1-88AC-BF7E-E78D-41ED3633D3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19</a:t>
            </a:fld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18B61E7-FB91-B368-0FD6-BB7BC065A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627620"/>
              </p:ext>
            </p:extLst>
          </p:nvPr>
        </p:nvGraphicFramePr>
        <p:xfrm>
          <a:off x="943429" y="1331801"/>
          <a:ext cx="10789920" cy="1828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1048358767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318040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Ferramenta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Uso atual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7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Rancher</a:t>
                      </a:r>
                      <a:r>
                        <a:rPr lang="pt-BR" dirty="0">
                          <a:effectLst/>
                        </a:rPr>
                        <a:t>/K8s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Logs de </a:t>
                      </a:r>
                      <a:r>
                        <a:rPr lang="pt-BR" dirty="0" err="1">
                          <a:effectLst/>
                        </a:rPr>
                        <a:t>pods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93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Grafana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Dashboards HTTP (200/400/500)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6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Telegram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Alertas de build/</a:t>
                      </a:r>
                      <a:r>
                        <a:rPr lang="pt-BR" dirty="0" err="1">
                          <a:effectLst/>
                        </a:rPr>
                        <a:t>deploy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2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SonarQube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Análise estática (</a:t>
                      </a:r>
                      <a:r>
                        <a:rPr lang="pt-BR" dirty="0" err="1">
                          <a:effectLst/>
                        </a:rPr>
                        <a:t>branch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homolog</a:t>
                      </a:r>
                      <a:r>
                        <a:rPr lang="pt-BR" dirty="0">
                          <a:effectLst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151197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3FE7DDBB-CC78-35F8-6C8E-BDA159867735}"/>
              </a:ext>
            </a:extLst>
          </p:cNvPr>
          <p:cNvSpPr txBox="1"/>
          <p:nvPr/>
        </p:nvSpPr>
        <p:spPr>
          <a:xfrm>
            <a:off x="1139372" y="3733800"/>
            <a:ext cx="1058091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Ausente:</a:t>
            </a:r>
            <a:r>
              <a:rPr lang="en-US"/>
              <a:t> Prometheus, APM, tracing, health checks, alertas runtime, Sentry</a:t>
            </a:r>
          </a:p>
          <a:p>
            <a:r>
              <a:rPr lang="en-US" b="1"/>
              <a:t>Tráfego observado:</a:t>
            </a:r>
            <a:r>
              <a:rPr lang="en-US"/>
              <a:t> ~98–154 acessos/dia; 6–8 erros HTTP 500 intermitentes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566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C8A46-1348-E756-B0E1-4657A64F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A9C15F2-4893-00B9-8CA8-F78CF75A3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00" y="-359748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Sustentabilidade: Próximos 5 Anos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62130DD4-7471-EDC0-0ABD-866B733BA9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20</a:t>
            </a:fld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4736D92-5230-07B5-73F1-221619C9B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3048"/>
              </p:ext>
            </p:extLst>
          </p:nvPr>
        </p:nvGraphicFramePr>
        <p:xfrm>
          <a:off x="1037771" y="1192349"/>
          <a:ext cx="11033686" cy="21945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11037">
                  <a:extLst>
                    <a:ext uri="{9D8B030D-6E8A-4147-A177-3AD203B41FA5}">
                      <a16:colId xmlns:a16="http://schemas.microsoft.com/office/drawing/2014/main" val="963368361"/>
                    </a:ext>
                  </a:extLst>
                </a:gridCol>
                <a:gridCol w="2842864">
                  <a:extLst>
                    <a:ext uri="{9D8B030D-6E8A-4147-A177-3AD203B41FA5}">
                      <a16:colId xmlns:a16="http://schemas.microsoft.com/office/drawing/2014/main" val="2828800005"/>
                    </a:ext>
                  </a:extLst>
                </a:gridCol>
                <a:gridCol w="2547318">
                  <a:extLst>
                    <a:ext uri="{9D8B030D-6E8A-4147-A177-3AD203B41FA5}">
                      <a16:colId xmlns:a16="http://schemas.microsoft.com/office/drawing/2014/main" val="4286999804"/>
                    </a:ext>
                  </a:extLst>
                </a:gridCol>
                <a:gridCol w="3532467">
                  <a:extLst>
                    <a:ext uri="{9D8B030D-6E8A-4147-A177-3AD203B41FA5}">
                      <a16:colId xmlns:a16="http://schemas.microsoft.com/office/drawing/2014/main" val="1709296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Dimensão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Hoje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Sem 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Com plano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024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EOL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Insustentável ~2027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Upgrade programado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01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Segurança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Crítica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Risco crescente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Correções imediatas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846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Capacidade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1 </a:t>
                      </a:r>
                      <a:r>
                        <a:rPr lang="pt-BR" dirty="0" err="1">
                          <a:effectLst/>
                        </a:rPr>
                        <a:t>pod</a:t>
                      </a:r>
                      <a:r>
                        <a:rPr lang="pt-BR" dirty="0">
                          <a:effectLst/>
                        </a:rPr>
                        <a:t>/serviço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Falha em picos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Réplicas + 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956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~1 GB (+60 MB/5 anos)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Sem impacto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Sem impacto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880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Infra 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Adequada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Manutenção humana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Ferramentas maduras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71801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ECDCB2A7-4642-D69E-0FDD-A4FFFD4C52A1}"/>
              </a:ext>
            </a:extLst>
          </p:cNvPr>
          <p:cNvSpPr txBox="1"/>
          <p:nvPr/>
        </p:nvSpPr>
        <p:spPr>
          <a:xfrm>
            <a:off x="1378857" y="3842658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r>
              <a:rPr lang="en-US" b="1" dirty="0"/>
              <a:t>Roadmap </a:t>
            </a:r>
            <a:r>
              <a:rPr lang="en-US" b="1" dirty="0" err="1"/>
              <a:t>mínimo</a:t>
            </a:r>
            <a:r>
              <a:rPr lang="en-US" b="1" dirty="0"/>
              <a:t>: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Segurança</a:t>
            </a:r>
            <a:r>
              <a:rPr lang="en-US" dirty="0"/>
              <a:t>, health checks, pooling, 2 </a:t>
            </a:r>
            <a:r>
              <a:rPr lang="en-US" dirty="0" err="1"/>
              <a:t>réplicas</a:t>
            </a: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Upgrade stack, cache, testes, </a:t>
            </a:r>
            <a:r>
              <a:rPr lang="en-US" dirty="0" err="1"/>
              <a:t>observabilidade</a:t>
            </a: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HPA, PITR, </a:t>
            </a:r>
            <a:r>
              <a:rPr lang="en-US" dirty="0" err="1"/>
              <a:t>alertas</a:t>
            </a:r>
            <a:r>
              <a:rPr lang="en-US" dirty="0"/>
              <a:t> runtime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Carga incremental Airflow, DR, runbooks, GA4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001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Pontos Fortes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0E1748-5A63-CCAD-65B2-FB5DB78846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92185" y="1711131"/>
            <a:ext cx="8143790" cy="3867538"/>
          </a:xfrm>
        </p:spPr>
        <p:txBody>
          <a:bodyPr vert="horz" lIns="0" tIns="45720" rIns="91440" bIns="45720" rtlCol="0" anchor="t">
            <a:normAutofit fontScale="92500" lnSpcReduction="10000"/>
          </a:bodyPr>
          <a:lstStyle>
            <a:defPPr>
              <a:defRPr lang="pt-BR"/>
            </a:defPPr>
          </a:lstStyle>
          <a:p>
            <a:r>
              <a:rPr lang="pt-BR" b="1" dirty="0">
                <a:ea typeface="+mn-lt"/>
                <a:cs typeface="+mn-lt"/>
              </a:rPr>
              <a:t>CI/CD funcional</a:t>
            </a:r>
            <a:r>
              <a:rPr lang="pt-BR" dirty="0">
                <a:ea typeface="+mn-lt"/>
                <a:cs typeface="+mn-lt"/>
              </a:rPr>
              <a:t> — Jenkins + Docker + K8s + </a:t>
            </a:r>
            <a:r>
              <a:rPr lang="pt-BR" dirty="0" err="1">
                <a:ea typeface="+mn-lt"/>
                <a:cs typeface="+mn-lt"/>
              </a:rPr>
              <a:t>multi-ambiente</a:t>
            </a:r>
            <a:endParaRPr lang="pt-BR" dirty="0" err="1"/>
          </a:p>
          <a:p>
            <a:r>
              <a:rPr lang="pt-BR" b="1" dirty="0">
                <a:ea typeface="+mn-lt"/>
                <a:cs typeface="+mn-lt"/>
              </a:rPr>
              <a:t>Custo zero de licença</a:t>
            </a:r>
            <a:r>
              <a:rPr lang="pt-BR" dirty="0">
                <a:ea typeface="+mn-lt"/>
                <a:cs typeface="+mn-lt"/>
              </a:rPr>
              <a:t> — plataforma 100% open </a:t>
            </a:r>
            <a:r>
              <a:rPr lang="pt-BR" dirty="0" err="1">
                <a:ea typeface="+mn-lt"/>
                <a:cs typeface="+mn-lt"/>
              </a:rPr>
              <a:t>source</a:t>
            </a:r>
            <a:endParaRPr lang="pt-BR" dirty="0" err="1"/>
          </a:p>
          <a:p>
            <a:r>
              <a:rPr lang="pt-BR" b="1">
                <a:ea typeface="+mn-lt"/>
                <a:cs typeface="+mn-lt"/>
              </a:rPr>
              <a:t>Arquitetura simples</a:t>
            </a:r>
            <a:r>
              <a:rPr lang="pt-BR">
                <a:ea typeface="+mn-lt"/>
                <a:cs typeface="+mn-lt"/>
              </a:rPr>
              <a:t> — 2 serviços, fácil de operar</a:t>
            </a:r>
            <a:endParaRPr lang="pt-BR"/>
          </a:p>
          <a:p>
            <a:r>
              <a:rPr lang="pt-BR" b="1" dirty="0">
                <a:ea typeface="+mn-lt"/>
                <a:cs typeface="+mn-lt"/>
              </a:rPr>
              <a:t>Pipeline </a:t>
            </a:r>
            <a:r>
              <a:rPr lang="pt-BR" b="1" dirty="0" err="1">
                <a:ea typeface="+mn-lt"/>
                <a:cs typeface="+mn-lt"/>
              </a:rPr>
              <a:t>Airflow</a:t>
            </a:r>
            <a:r>
              <a:rPr lang="pt-BR" b="1" dirty="0">
                <a:ea typeface="+mn-lt"/>
                <a:cs typeface="+mn-lt"/>
              </a:rPr>
              <a:t> estável</a:t>
            </a:r>
            <a:r>
              <a:rPr lang="pt-BR" dirty="0">
                <a:ea typeface="+mn-lt"/>
                <a:cs typeface="+mn-lt"/>
              </a:rPr>
              <a:t> — ~99,5% sucesso histórico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Proxy redundante</a:t>
            </a:r>
            <a:r>
              <a:rPr lang="pt-BR" dirty="0">
                <a:ea typeface="+mn-lt"/>
                <a:cs typeface="+mn-lt"/>
              </a:rPr>
              <a:t> — VIP + 2 </a:t>
            </a:r>
            <a:r>
              <a:rPr lang="pt-BR" dirty="0" err="1">
                <a:ea typeface="+mn-lt"/>
                <a:cs typeface="+mn-lt"/>
              </a:rPr>
              <a:t>Nginx</a:t>
            </a:r>
            <a:endParaRPr lang="pt-BR" dirty="0" err="1"/>
          </a:p>
          <a:p>
            <a:r>
              <a:rPr lang="pt-BR" b="1">
                <a:ea typeface="+mn-lt"/>
                <a:cs typeface="+mn-lt"/>
              </a:rPr>
              <a:t>Tráfego moderado</a:t>
            </a:r>
            <a:r>
              <a:rPr lang="pt-BR">
                <a:ea typeface="+mn-lt"/>
                <a:cs typeface="+mn-lt"/>
              </a:rPr>
              <a:t> — ~150 acessos/dia</a:t>
            </a:r>
            <a:endParaRPr lang="pt-BR"/>
          </a:p>
          <a:p>
            <a:r>
              <a:rPr lang="pt-BR" b="1">
                <a:ea typeface="+mn-lt"/>
                <a:cs typeface="+mn-lt"/>
              </a:rPr>
              <a:t>Crescimento de dados mínimo</a:t>
            </a:r>
            <a:r>
              <a:rPr lang="pt-BR">
                <a:ea typeface="+mn-lt"/>
                <a:cs typeface="+mn-lt"/>
              </a:rPr>
              <a:t> — ~1 MB/mês</a:t>
            </a:r>
            <a:endParaRPr lang="pt-BR"/>
          </a:p>
          <a:p>
            <a:r>
              <a:rPr lang="pt-BR" b="1" dirty="0">
                <a:ea typeface="+mn-lt"/>
                <a:cs typeface="+mn-lt"/>
              </a:rPr>
              <a:t>Cluster robusto</a:t>
            </a:r>
            <a:r>
              <a:rPr lang="pt-BR" dirty="0">
                <a:ea typeface="+mn-lt"/>
                <a:cs typeface="+mn-lt"/>
              </a:rPr>
              <a:t> — 3 </a:t>
            </a:r>
            <a:r>
              <a:rPr lang="pt-BR" dirty="0" err="1">
                <a:ea typeface="+mn-lt"/>
                <a:cs typeface="+mn-lt"/>
              </a:rPr>
              <a:t>control</a:t>
            </a:r>
            <a:r>
              <a:rPr lang="pt-BR" dirty="0">
                <a:ea typeface="+mn-lt"/>
                <a:cs typeface="+mn-lt"/>
              </a:rPr>
              <a:t> planes + 13 </a:t>
            </a:r>
            <a:r>
              <a:rPr lang="pt-BR" dirty="0" err="1">
                <a:ea typeface="+mn-lt"/>
                <a:cs typeface="+mn-lt"/>
              </a:rPr>
              <a:t>workers</a:t>
            </a:r>
            <a:endParaRPr lang="pt-BR" dirty="0" err="1"/>
          </a:p>
          <a:p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8852-22A1-DCEF-08AD-605413EB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461DD-BA83-B0E1-B364-D2709CD7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471" y="-381519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Pontos Fracos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D6AD888E-035C-3232-BF49-E750F342FA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22</a:t>
            </a:fld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B56FDA2-7DD4-F5F4-C743-6AC7C4E20F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4472" y="760446"/>
            <a:ext cx="10538646" cy="3874795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pt-BR" sz="2400">
                <a:ea typeface="+mn-lt"/>
                <a:cs typeface="+mn-lt"/>
              </a:rPr>
              <a:t>Stack tecnológica </a:t>
            </a:r>
            <a:r>
              <a:rPr lang="pt-BR" sz="2400" b="1">
                <a:ea typeface="+mn-lt"/>
                <a:cs typeface="+mn-lt"/>
              </a:rPr>
              <a:t>EOL</a:t>
            </a:r>
            <a:r>
              <a:rPr lang="pt-BR" sz="2400">
                <a:ea typeface="+mn-lt"/>
                <a:cs typeface="+mn-lt"/>
              </a:rPr>
              <a:t> (sem patches de segurança)</a:t>
            </a:r>
            <a:endParaRPr lang="pt-BR" sz="2400"/>
          </a:p>
          <a:p>
            <a:r>
              <a:rPr lang="pt-BR" sz="2400" b="1" dirty="0">
                <a:ea typeface="+mn-lt"/>
                <a:cs typeface="+mn-lt"/>
              </a:rPr>
              <a:t>1 </a:t>
            </a:r>
            <a:r>
              <a:rPr lang="pt-BR" sz="2400" b="1" dirty="0" err="1">
                <a:ea typeface="+mn-lt"/>
                <a:cs typeface="+mn-lt"/>
              </a:rPr>
              <a:t>pod</a:t>
            </a:r>
            <a:r>
              <a:rPr lang="pt-BR" sz="2400" b="1" dirty="0">
                <a:ea typeface="+mn-lt"/>
                <a:cs typeface="+mn-lt"/>
              </a:rPr>
              <a:t>/serviço</a:t>
            </a:r>
            <a:r>
              <a:rPr lang="pt-BR" sz="2400" dirty="0">
                <a:ea typeface="+mn-lt"/>
                <a:cs typeface="+mn-lt"/>
              </a:rPr>
              <a:t>, sem </a:t>
            </a:r>
            <a:r>
              <a:rPr lang="pt-BR" sz="2400" dirty="0" err="1">
                <a:ea typeface="+mn-lt"/>
                <a:cs typeface="+mn-lt"/>
              </a:rPr>
              <a:t>autoscale</a:t>
            </a:r>
            <a:endParaRPr lang="pt-BR" sz="2400"/>
          </a:p>
          <a:p>
            <a:r>
              <a:rPr lang="pt-BR" sz="2400" b="1" dirty="0">
                <a:ea typeface="+mn-lt"/>
                <a:cs typeface="+mn-lt"/>
              </a:rPr>
              <a:t>SQL </a:t>
            </a:r>
            <a:r>
              <a:rPr lang="pt-BR" sz="2400" b="1" dirty="0" err="1">
                <a:ea typeface="+mn-lt"/>
                <a:cs typeface="+mn-lt"/>
              </a:rPr>
              <a:t>injection</a:t>
            </a:r>
            <a:r>
              <a:rPr lang="pt-BR" sz="2400" dirty="0">
                <a:ea typeface="+mn-lt"/>
                <a:cs typeface="+mn-lt"/>
              </a:rPr>
              <a:t> + CORS aberto</a:t>
            </a:r>
            <a:endParaRPr lang="pt-BR" sz="2400"/>
          </a:p>
          <a:p>
            <a:r>
              <a:rPr lang="pt-BR" sz="2400">
                <a:ea typeface="+mn-lt"/>
                <a:cs typeface="+mn-lt"/>
              </a:rPr>
              <a:t>Connect-per-query → performance degradada sob carga</a:t>
            </a:r>
            <a:endParaRPr lang="pt-BR" sz="2400"/>
          </a:p>
          <a:p>
            <a:r>
              <a:rPr lang="pt-BR" sz="2400" dirty="0">
                <a:ea typeface="+mn-lt"/>
                <a:cs typeface="+mn-lt"/>
              </a:rPr>
              <a:t>Cache Redis em </a:t>
            </a:r>
            <a:r>
              <a:rPr lang="pt-BR" sz="2400" b="1" dirty="0">
                <a:ea typeface="+mn-lt"/>
                <a:cs typeface="+mn-lt"/>
              </a:rPr>
              <a:t>apenas 1 </a:t>
            </a:r>
            <a:r>
              <a:rPr lang="pt-BR" sz="2400" b="1" dirty="0" err="1">
                <a:ea typeface="+mn-lt"/>
                <a:cs typeface="+mn-lt"/>
              </a:rPr>
              <a:t>endpoint</a:t>
            </a:r>
            <a:endParaRPr lang="pt-BR" sz="2400"/>
          </a:p>
          <a:p>
            <a:r>
              <a:rPr lang="pt-BR" sz="2400" dirty="0" err="1">
                <a:ea typeface="+mn-lt"/>
                <a:cs typeface="+mn-lt"/>
              </a:rPr>
              <a:t>Observabilidade</a:t>
            </a:r>
            <a:r>
              <a:rPr lang="pt-BR" sz="2400" dirty="0">
                <a:ea typeface="+mn-lt"/>
                <a:cs typeface="+mn-lt"/>
              </a:rPr>
              <a:t> </a:t>
            </a:r>
            <a:r>
              <a:rPr lang="pt-BR" sz="2400" b="1" dirty="0">
                <a:ea typeface="+mn-lt"/>
                <a:cs typeface="+mn-lt"/>
              </a:rPr>
              <a:t>insuficiente</a:t>
            </a:r>
            <a:endParaRPr lang="pt-BR" sz="2400"/>
          </a:p>
          <a:p>
            <a:r>
              <a:rPr lang="pt-BR" sz="2400" dirty="0">
                <a:ea typeface="+mn-lt"/>
                <a:cs typeface="+mn-lt"/>
              </a:rPr>
              <a:t>Pipeline legada </a:t>
            </a:r>
            <a:r>
              <a:rPr lang="pt-BR" sz="2400" b="1" dirty="0">
                <a:ea typeface="+mn-lt"/>
                <a:cs typeface="+mn-lt"/>
              </a:rPr>
              <a:t>sem testes/</a:t>
            </a:r>
            <a:r>
              <a:rPr lang="pt-BR" sz="2400" b="1" dirty="0" err="1">
                <a:ea typeface="+mn-lt"/>
                <a:cs typeface="+mn-lt"/>
              </a:rPr>
              <a:t>Quality</a:t>
            </a:r>
            <a:r>
              <a:rPr lang="pt-BR" sz="2400" b="1" dirty="0">
                <a:ea typeface="+mn-lt"/>
                <a:cs typeface="+mn-lt"/>
              </a:rPr>
              <a:t> Gate</a:t>
            </a:r>
            <a:endParaRPr lang="pt-BR" sz="2400"/>
          </a:p>
          <a:p>
            <a:r>
              <a:rPr lang="pt-BR" sz="2400">
                <a:ea typeface="+mn-lt"/>
                <a:cs typeface="+mn-lt"/>
              </a:rPr>
              <a:t>Backup </a:t>
            </a:r>
            <a:r>
              <a:rPr lang="pt-BR" sz="2400" b="1">
                <a:ea typeface="+mn-lt"/>
                <a:cs typeface="+mn-lt"/>
              </a:rPr>
              <a:t>sem PITR</a:t>
            </a:r>
            <a:r>
              <a:rPr lang="pt-BR" sz="2400">
                <a:ea typeface="+mn-lt"/>
                <a:cs typeface="+mn-lt"/>
              </a:rPr>
              <a:t> (RPO ~24h)</a:t>
            </a:r>
            <a:endParaRPr lang="pt-BR" sz="2400"/>
          </a:p>
          <a:p>
            <a:r>
              <a:rPr lang="pt-BR" sz="2400">
                <a:ea typeface="+mn-lt"/>
                <a:cs typeface="+mn-lt"/>
              </a:rPr>
              <a:t>Sistema </a:t>
            </a:r>
            <a:r>
              <a:rPr lang="pt-BR" sz="2400" b="1">
                <a:ea typeface="+mn-lt"/>
                <a:cs typeface="+mn-lt"/>
              </a:rPr>
              <a:t>pouco mantido</a:t>
            </a:r>
            <a:r>
              <a:rPr lang="pt-BR" sz="2400">
                <a:ea typeface="+mn-lt"/>
                <a:cs typeface="+mn-lt"/>
              </a:rPr>
              <a:t> — conhecimento escasso</a:t>
            </a:r>
            <a:endParaRPr lang="pt-BR" sz="2400"/>
          </a:p>
          <a:p>
            <a:r>
              <a:rPr lang="pt-BR" sz="2400" dirty="0">
                <a:ea typeface="+mn-lt"/>
                <a:cs typeface="+mn-lt"/>
              </a:rPr>
              <a:t>Full </a:t>
            </a:r>
            <a:r>
              <a:rPr lang="pt-BR" sz="2400" dirty="0" err="1">
                <a:ea typeface="+mn-lt"/>
                <a:cs typeface="+mn-lt"/>
              </a:rPr>
              <a:t>refresh</a:t>
            </a:r>
            <a:r>
              <a:rPr lang="pt-BR" sz="2400" dirty="0">
                <a:ea typeface="+mn-lt"/>
                <a:cs typeface="+mn-lt"/>
              </a:rPr>
              <a:t> </a:t>
            </a:r>
            <a:r>
              <a:rPr lang="pt-BR" sz="2400" dirty="0" err="1">
                <a:ea typeface="+mn-lt"/>
                <a:cs typeface="+mn-lt"/>
              </a:rPr>
              <a:t>Airflow</a:t>
            </a:r>
            <a:r>
              <a:rPr lang="pt-BR" sz="2400" dirty="0">
                <a:ea typeface="+mn-lt"/>
                <a:cs typeface="+mn-lt"/>
              </a:rPr>
              <a:t> — risco operacional</a:t>
            </a:r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3117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B480-B38F-374E-1834-CDB87FB8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76021-63FF-AD83-B042-E8365C6A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471" y="-381519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Recomendações Prioritárias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5482582-8C37-206A-8262-CAAE1E8E8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23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3F83DB4-DCD4-19B9-F90E-E874D5F0182E}"/>
              </a:ext>
            </a:extLst>
          </p:cNvPr>
          <p:cNvSpPr txBox="1"/>
          <p:nvPr/>
        </p:nvSpPr>
        <p:spPr>
          <a:xfrm>
            <a:off x="1081314" y="700314"/>
            <a:ext cx="10972799" cy="5902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Curto </a:t>
            </a:r>
            <a:r>
              <a:rPr lang="en-US" sz="2400" b="1" dirty="0" err="1"/>
              <a:t>prazo</a:t>
            </a:r>
            <a:r>
              <a:rPr lang="en-US" sz="2400" b="1" dirty="0"/>
              <a:t> (0–3 meses) — CRÍTICO</a:t>
            </a:r>
          </a:p>
          <a:p>
            <a:pPr marL="228600" indent="-228600">
              <a:buFont typeface=""/>
              <a:buAutoNum type="arabicPeriod"/>
            </a:pPr>
            <a:r>
              <a:rPr lang="en-US" sz="2400" dirty="0" err="1"/>
              <a:t>Parametrizar</a:t>
            </a:r>
            <a:r>
              <a:rPr lang="en-US" sz="2400" dirty="0"/>
              <a:t> SQL (</a:t>
            </a:r>
            <a:r>
              <a:rPr lang="en-US" sz="2400" dirty="0" err="1"/>
              <a:t>eliminar</a:t>
            </a:r>
            <a:r>
              <a:rPr lang="en-US" sz="2400" dirty="0"/>
              <a:t> injection)</a:t>
            </a:r>
          </a:p>
          <a:p>
            <a:pPr marL="228600" indent="-228600">
              <a:buFont typeface=""/>
              <a:buAutoNum type="arabicPeriod"/>
            </a:pPr>
            <a:r>
              <a:rPr lang="en-US" sz="2400"/>
              <a:t>Health checks (/health/live, /health/ready)</a:t>
            </a:r>
            <a:endParaRPr lang="en-US" sz="2400" dirty="0"/>
          </a:p>
          <a:p>
            <a:pPr marL="228600" indent="-228600">
              <a:buFont typeface=""/>
              <a:buAutoNum type="arabicPeriod"/>
            </a:pPr>
            <a:r>
              <a:rPr lang="en-US" sz="2400" dirty="0" err="1"/>
              <a:t>Restringir</a:t>
            </a:r>
            <a:r>
              <a:rPr lang="en-US" sz="2400" dirty="0"/>
              <a:t> CORS</a:t>
            </a:r>
          </a:p>
          <a:p>
            <a:pPr marL="228600" indent="-228600">
              <a:buFont typeface=""/>
              <a:buAutoNum type="arabicPeriod"/>
            </a:pPr>
            <a:r>
              <a:rPr lang="en-US" sz="2400" dirty="0" err="1"/>
              <a:t>Tratamento</a:t>
            </a:r>
            <a:r>
              <a:rPr lang="en-US" sz="2400" dirty="0"/>
              <a:t> de </a:t>
            </a:r>
            <a:r>
              <a:rPr lang="en-US" sz="2400" dirty="0" err="1"/>
              <a:t>erro</a:t>
            </a:r>
            <a:r>
              <a:rPr lang="en-US" sz="2400" dirty="0"/>
              <a:t> </a:t>
            </a:r>
            <a:r>
              <a:rPr lang="en-US" sz="2400" dirty="0" err="1"/>
              <a:t>consistente</a:t>
            </a:r>
            <a:r>
              <a:rPr lang="en-US" sz="2400" dirty="0"/>
              <a:t> (HTTP 503)</a:t>
            </a:r>
          </a:p>
          <a:p>
            <a:pPr marL="228600" indent="-228600">
              <a:buFont typeface=""/>
              <a:buAutoNum type="arabicPeriod"/>
            </a:pPr>
            <a:r>
              <a:rPr lang="en-US" sz="2400" dirty="0"/>
              <a:t>Validar entrada (</a:t>
            </a:r>
            <a:r>
              <a:rPr lang="en-US" sz="2400" dirty="0" err="1"/>
              <a:t>lat</a:t>
            </a:r>
            <a:r>
              <a:rPr lang="en-US" sz="2400" dirty="0"/>
              <a:t>/</a:t>
            </a:r>
            <a:r>
              <a:rPr lang="en-US" sz="2400" dirty="0" err="1"/>
              <a:t>lon</a:t>
            </a:r>
            <a:r>
              <a:rPr lang="en-US" sz="2400" dirty="0"/>
              <a:t>, </a:t>
            </a:r>
            <a:r>
              <a:rPr lang="en-US" sz="2400" dirty="0" err="1"/>
              <a:t>filtros</a:t>
            </a:r>
            <a:r>
              <a:rPr lang="en-US" sz="2400" dirty="0"/>
              <a:t>)</a:t>
            </a:r>
          </a:p>
          <a:p>
            <a:pPr marL="228600" indent="-228600">
              <a:buFont typeface=""/>
              <a:buAutoNum type="arabicPeriod"/>
            </a:pPr>
            <a:r>
              <a:rPr lang="en-US" sz="2400" dirty="0" err="1"/>
              <a:t>Corrigir</a:t>
            </a:r>
            <a:r>
              <a:rPr lang="en-US" sz="2400" dirty="0"/>
              <a:t> race condition no FE</a:t>
            </a:r>
          </a:p>
          <a:p>
            <a:pPr marL="228600" indent="-228600">
              <a:buFont typeface=""/>
              <a:buAutoNum type="arabicPeriod"/>
            </a:pPr>
            <a:r>
              <a:rPr lang="en-US" sz="2400" dirty="0" err="1"/>
              <a:t>Configurar</a:t>
            </a:r>
            <a:r>
              <a:rPr lang="en-US" sz="2400" dirty="0"/>
              <a:t> </a:t>
            </a:r>
            <a:r>
              <a:rPr lang="en-US" sz="2400" b="1" dirty="0"/>
              <a:t>2 </a:t>
            </a:r>
            <a:r>
              <a:rPr lang="en-US" sz="2400" b="1" dirty="0" err="1"/>
              <a:t>réplicas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produção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 err="1"/>
              <a:t>Médio</a:t>
            </a:r>
            <a:r>
              <a:rPr lang="en-US" sz="2400" b="1" dirty="0"/>
              <a:t> </a:t>
            </a:r>
            <a:r>
              <a:rPr lang="en-US" sz="2400" b="1" dirty="0" err="1"/>
              <a:t>prazo</a:t>
            </a:r>
            <a:r>
              <a:rPr lang="en-US" sz="2400" b="1" dirty="0"/>
              <a:t> (3–6 meses) — ALTO</a:t>
            </a:r>
          </a:p>
          <a:p>
            <a:r>
              <a:rPr lang="en-US" sz="2400" dirty="0"/>
              <a:t>Connection pooling · Cache Redis </a:t>
            </a:r>
            <a:r>
              <a:rPr lang="en-US" sz="2400" dirty="0" err="1"/>
              <a:t>expandido</a:t>
            </a:r>
            <a:r>
              <a:rPr lang="en-US" sz="2400" dirty="0"/>
              <a:t> · Logging JSON · Prometheus · Rate limiting · Sentry</a:t>
            </a:r>
          </a:p>
          <a:p>
            <a:r>
              <a:rPr lang="en-US" sz="2400" b="1" dirty="0"/>
              <a:t>Longo </a:t>
            </a:r>
            <a:r>
              <a:rPr lang="en-US" sz="2400" b="1" dirty="0" err="1"/>
              <a:t>prazo</a:t>
            </a:r>
            <a:r>
              <a:rPr lang="en-US" sz="2400" b="1" dirty="0"/>
              <a:t> (6–12 meses) — PLANEJADO</a:t>
            </a:r>
          </a:p>
          <a:p>
            <a:r>
              <a:rPr lang="en-US" sz="2400" dirty="0"/>
              <a:t>Upgrade stack · React Query · GA4 · Testes </a:t>
            </a:r>
            <a:r>
              <a:rPr lang="en-US" sz="2400" dirty="0" err="1"/>
              <a:t>automatizados</a:t>
            </a:r>
            <a:r>
              <a:rPr lang="en-US" sz="2400" dirty="0"/>
              <a:t> · Carga incremental Airflow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597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3D86-1892-59F4-67DB-9804B061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1E8D2-BE1D-2FC4-425A-E10A81E6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471" y="-381519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Quick </a:t>
            </a:r>
            <a:r>
              <a:rPr lang="pt-BR" dirty="0" err="1"/>
              <a:t>Wins</a:t>
            </a:r>
            <a:r>
              <a:rPr lang="pt-BR" dirty="0"/>
              <a:t> (Alto ROI, Zero Licença)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D93FD53-AB88-0C44-5F80-F75271CF7D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24</a:t>
            </a:fld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9F63B03-3883-BDA9-3377-C1AE53430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061024"/>
              </p:ext>
            </p:extLst>
          </p:nvPr>
        </p:nvGraphicFramePr>
        <p:xfrm>
          <a:off x="1124857" y="1582783"/>
          <a:ext cx="10652727" cy="27736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550909">
                  <a:extLst>
                    <a:ext uri="{9D8B030D-6E8A-4147-A177-3AD203B41FA5}">
                      <a16:colId xmlns:a16="http://schemas.microsoft.com/office/drawing/2014/main" val="1992246007"/>
                    </a:ext>
                  </a:extLst>
                </a:gridCol>
                <a:gridCol w="3550909">
                  <a:extLst>
                    <a:ext uri="{9D8B030D-6E8A-4147-A177-3AD203B41FA5}">
                      <a16:colId xmlns:a16="http://schemas.microsoft.com/office/drawing/2014/main" val="4148693917"/>
                    </a:ext>
                  </a:extLst>
                </a:gridCol>
                <a:gridCol w="3550909">
                  <a:extLst>
                    <a:ext uri="{9D8B030D-6E8A-4147-A177-3AD203B41FA5}">
                      <a16:colId xmlns:a16="http://schemas.microsoft.com/office/drawing/2014/main" val="3022212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Ação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Impacto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Esforço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963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Parametrizar SQL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Elimina risco crítico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Baixo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725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Health </a:t>
                      </a:r>
                      <a:r>
                        <a:rPr lang="pt-BR" sz="2000" dirty="0" err="1">
                          <a:effectLst/>
                        </a:rPr>
                        <a:t>checks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Operação confiável no K8s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Baixo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255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2 réplicas </a:t>
                      </a:r>
                      <a:r>
                        <a:rPr lang="pt-BR" sz="2000" dirty="0" err="1">
                          <a:effectLst/>
                        </a:rPr>
                        <a:t>prod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Resiliência imediata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Baixo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315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Connection </a:t>
                      </a:r>
                      <a:r>
                        <a:rPr lang="pt-BR" sz="2000" dirty="0" err="1">
                          <a:effectLst/>
                        </a:rPr>
                        <a:t>pooling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Maior ganho de performance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Médio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Cache Redis expandido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Reduz carga nos </a:t>
                      </a:r>
                      <a:r>
                        <a:rPr lang="pt-BR" sz="2000" dirty="0" err="1">
                          <a:effectLst/>
                        </a:rPr>
                        <a:t>DWs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Médio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17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 err="1">
                          <a:effectLst/>
                        </a:rPr>
                        <a:t>Prometheus</a:t>
                      </a:r>
                      <a:r>
                        <a:rPr lang="pt-BR" sz="2000" dirty="0">
                          <a:effectLst/>
                        </a:rPr>
                        <a:t> + </a:t>
                      </a:r>
                      <a:r>
                        <a:rPr lang="pt-BR" sz="2000" dirty="0" err="1">
                          <a:effectLst/>
                        </a:rPr>
                        <a:t>Grafana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Visibilidade </a:t>
                      </a:r>
                      <a:r>
                        <a:rPr lang="pt-BR" sz="2000" dirty="0" err="1">
                          <a:effectLst/>
                        </a:rPr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effectLst/>
                        </a:rPr>
                        <a:t>Médio</a:t>
                      </a:r>
                      <a:endParaRPr lang="pt-BR" sz="20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67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000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Encerramento / Perguntas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18D65601-5AE2-46FC-B138-694DDD2B510D}" type="slidenum">
              <a:rPr lang="pt-BR" smtClean="0"/>
              <a:pPr rtl="0"/>
              <a:t>25</a:t>
            </a:fld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E7458F1-9290-4791-1F6A-3985876B3EA7}"/>
              </a:ext>
            </a:extLst>
          </p:cNvPr>
          <p:cNvSpPr txBox="1"/>
          <p:nvPr/>
        </p:nvSpPr>
        <p:spPr>
          <a:xfrm>
            <a:off x="1262743" y="1926771"/>
            <a:ext cx="10225314" cy="42729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2800"/>
              <a:t>O </a:t>
            </a:r>
            <a:r>
              <a:rPr lang="en-US" sz="2800" b="1"/>
              <a:t>Vaga </a:t>
            </a:r>
            <a:r>
              <a:rPr lang="en-US" sz="2800" b="1" err="1"/>
              <a:t>na</a:t>
            </a:r>
            <a:r>
              <a:rPr lang="en-US" sz="2800" b="1" dirty="0"/>
              <a:t> </a:t>
            </a:r>
            <a:r>
              <a:rPr lang="en-US" sz="2800" b="1"/>
              <a:t>Creche</a:t>
            </a:r>
            <a:r>
              <a:rPr lang="en-US" sz="2800" dirty="0"/>
              <a:t> </a:t>
            </a:r>
            <a:r>
              <a:rPr lang="en-US" sz="2800" err="1"/>
              <a:t>atende</a:t>
            </a:r>
            <a:r>
              <a:rPr lang="en-US" sz="2800" dirty="0"/>
              <a:t> </a:t>
            </a:r>
            <a:r>
              <a:rPr lang="en-US" sz="2800" err="1"/>
              <a:t>sua</a:t>
            </a:r>
            <a:r>
              <a:rPr lang="en-US" sz="2800" dirty="0"/>
              <a:t> </a:t>
            </a:r>
            <a:r>
              <a:rPr lang="en-US" sz="2800" err="1"/>
              <a:t>função</a:t>
            </a:r>
            <a:r>
              <a:rPr lang="en-US" sz="2800" dirty="0"/>
              <a:t> </a:t>
            </a:r>
            <a:r>
              <a:rPr lang="en-US" sz="2800" err="1"/>
              <a:t>pública</a:t>
            </a:r>
            <a:r>
              <a:rPr lang="en-US" sz="2800"/>
              <a:t> com </a:t>
            </a:r>
            <a:r>
              <a:rPr lang="en-US" sz="2800" err="1"/>
              <a:t>arquitetura</a:t>
            </a:r>
            <a:r>
              <a:rPr lang="en-US" sz="2800" dirty="0"/>
              <a:t> </a:t>
            </a:r>
            <a:r>
              <a:rPr lang="en-US" sz="2800"/>
              <a:t>simples e </a:t>
            </a:r>
            <a:r>
              <a:rPr lang="en-US" sz="2800" err="1"/>
              <a:t>custo</a:t>
            </a:r>
            <a:r>
              <a:rPr lang="en-US" sz="2800"/>
              <a:t> zero de </a:t>
            </a:r>
            <a:r>
              <a:rPr lang="en-US" sz="2800" err="1"/>
              <a:t>licença</a:t>
            </a:r>
            <a:r>
              <a:rPr lang="en-US" sz="2800"/>
              <a:t>.</a:t>
            </a:r>
            <a:endParaRPr lang="en-US" sz="2800" dirty="0"/>
          </a:p>
          <a:p>
            <a:pPr marL="228600" indent="-228600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2800" err="1"/>
              <a:t>Existem</a:t>
            </a:r>
            <a:r>
              <a:rPr lang="en-US" sz="2800" dirty="0"/>
              <a:t> </a:t>
            </a:r>
            <a:r>
              <a:rPr lang="en-US" sz="2800" b="1" err="1"/>
              <a:t>riscos</a:t>
            </a:r>
            <a:r>
              <a:rPr lang="en-US" sz="2800" b="1" dirty="0"/>
              <a:t> </a:t>
            </a:r>
            <a:r>
              <a:rPr lang="en-US" sz="2800" b="1" err="1"/>
              <a:t>críticos</a:t>
            </a:r>
            <a:r>
              <a:rPr lang="en-US" sz="2800" b="1"/>
              <a:t> de </a:t>
            </a:r>
            <a:r>
              <a:rPr lang="en-US" sz="2800" b="1" err="1"/>
              <a:t>segurança</a:t>
            </a:r>
            <a:r>
              <a:rPr lang="en-US" sz="2800" b="1"/>
              <a:t> e stack EOL</a:t>
            </a:r>
            <a:r>
              <a:rPr lang="en-US" sz="2800" dirty="0"/>
              <a:t> </a:t>
            </a:r>
            <a:r>
              <a:rPr lang="en-US" sz="2800" err="1"/>
              <a:t>que</a:t>
            </a:r>
            <a:r>
              <a:rPr lang="en-US" sz="2800" dirty="0"/>
              <a:t> </a:t>
            </a:r>
            <a:r>
              <a:rPr lang="en-US" sz="2800" err="1"/>
              <a:t>exigem</a:t>
            </a:r>
            <a:r>
              <a:rPr lang="en-US" sz="2800" dirty="0"/>
              <a:t> </a:t>
            </a:r>
            <a:r>
              <a:rPr lang="en-US" sz="2800" err="1"/>
              <a:t>ação</a:t>
            </a:r>
            <a:r>
              <a:rPr lang="en-US" sz="2800" dirty="0"/>
              <a:t> </a:t>
            </a:r>
            <a:r>
              <a:rPr lang="en-US" sz="2800" err="1"/>
              <a:t>nos</a:t>
            </a:r>
            <a:r>
              <a:rPr lang="en-US" sz="2800" dirty="0"/>
              <a:t> </a:t>
            </a:r>
            <a:r>
              <a:rPr lang="en-US" sz="2800" err="1"/>
              <a:t>próximos</a:t>
            </a:r>
            <a:r>
              <a:rPr lang="en-US" sz="2800"/>
              <a:t> 3 meses.</a:t>
            </a:r>
            <a:endParaRPr lang="en-US" sz="2800" dirty="0"/>
          </a:p>
          <a:p>
            <a:pPr marL="228600" indent="-228600">
              <a:lnSpc>
                <a:spcPct val="150000"/>
              </a:lnSpc>
              <a:spcBef>
                <a:spcPts val="100"/>
              </a:spcBef>
              <a:buAutoNum type="arabicPeriod"/>
            </a:pPr>
            <a:r>
              <a:rPr lang="en-US" sz="2800"/>
              <a:t>Com </a:t>
            </a:r>
            <a:r>
              <a:rPr lang="en-US" sz="2800" err="1"/>
              <a:t>investimento</a:t>
            </a:r>
            <a:r>
              <a:rPr lang="en-US" sz="2800" dirty="0"/>
              <a:t> </a:t>
            </a:r>
            <a:r>
              <a:rPr lang="en-US" sz="2800" err="1"/>
              <a:t>moderado</a:t>
            </a:r>
            <a:r>
              <a:rPr lang="en-US" sz="2800" dirty="0"/>
              <a:t> </a:t>
            </a:r>
            <a:r>
              <a:rPr lang="en-US" sz="2800" err="1"/>
              <a:t>em</a:t>
            </a:r>
            <a:r>
              <a:rPr lang="en-US" sz="2800"/>
              <a:t> equipe e </a:t>
            </a:r>
            <a:r>
              <a:rPr lang="en-US" sz="2800" err="1"/>
              <a:t>melhorias</a:t>
            </a:r>
            <a:r>
              <a:rPr lang="en-US" sz="2800"/>
              <a:t> OSS, o </a:t>
            </a:r>
            <a:r>
              <a:rPr lang="en-US" sz="2800" err="1"/>
              <a:t>sistema</a:t>
            </a:r>
            <a:r>
              <a:rPr lang="en-US" sz="2800"/>
              <a:t> é </a:t>
            </a:r>
            <a:r>
              <a:rPr lang="en-US" sz="2800" b="1" err="1"/>
              <a:t>sustentável</a:t>
            </a:r>
            <a:r>
              <a:rPr lang="en-US" sz="2800" b="1" dirty="0"/>
              <a:t> </a:t>
            </a:r>
            <a:r>
              <a:rPr lang="en-US" sz="2800" b="1" err="1"/>
              <a:t>por</a:t>
            </a:r>
            <a:r>
              <a:rPr lang="en-US" sz="2800" b="1"/>
              <a:t> 5+ </a:t>
            </a:r>
            <a:r>
              <a:rPr lang="en-US" sz="2800" b="1" err="1"/>
              <a:t>anos</a:t>
            </a:r>
            <a:r>
              <a:rPr lang="en-US" sz="2800"/>
              <a:t>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/>
              <a:t>Equipe Arquitetura</a:t>
            </a:r>
            <a:endParaRPr lang="pt-BR" dirty="0"/>
          </a:p>
          <a:p>
            <a:r>
              <a:rPr lang="pt-BR"/>
              <a:t>Rafael Risso</a:t>
            </a:r>
          </a:p>
          <a:p>
            <a:r>
              <a:rPr lang="pt-BR"/>
              <a:t>Ronaldo Robledo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481</Words>
  <Application>Microsoft Office PowerPoint</Application>
  <PresentationFormat>Widescreen</PresentationFormat>
  <Paragraphs>131</Paragraphs>
  <Slides>26</Slides>
  <Notes>25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Personalizado</vt:lpstr>
      <vt:lpstr>SME Vagas na Creche Levantamento Arquitetural, Infraestrutura e Sustentabilidade  Secretaria Municipal de Educação de São Paulo Spassu Tecnologia · Julho/2026 Sistema + Pipeline Airflow + Infraestrutura On-Premises</vt:lpstr>
      <vt:lpstr>Agenda</vt:lpstr>
      <vt:lpstr>Resumo Executivo </vt:lpstr>
      <vt:lpstr>O que é o Sistema?  </vt:lpstr>
      <vt:lpstr>Componentes e Stack</vt:lpstr>
      <vt:lpstr>Diagramas Arquiteturais</vt:lpstr>
      <vt:lpstr>Diagrama de Arquitetura </vt:lpstr>
      <vt:lpstr>Contexto: Sistema + Airflow</vt:lpstr>
      <vt:lpstr>Fluxo ETL Diário</vt:lpstr>
      <vt:lpstr>DAG fila_da_creche (11 tasks)</vt:lpstr>
      <vt:lpstr>Fluxos de Negócio</vt:lpstr>
      <vt:lpstr>Infraestrutura On-Premises</vt:lpstr>
      <vt:lpstr>Kubernetes: Vaga na Creche</vt:lpstr>
      <vt:lpstr>Pipeline CI/CD</vt:lpstr>
      <vt:lpstr>Banco de Dados</vt:lpstr>
      <vt:lpstr>Matriz de Risco de Segurança</vt:lpstr>
      <vt:lpstr>Principais Riscos Técnicos</vt:lpstr>
      <vt:lpstr>Avaliação Consolidada</vt:lpstr>
      <vt:lpstr>Observabilidade e Operação</vt:lpstr>
      <vt:lpstr>Sustentabilidade: Próximos 5 Anos</vt:lpstr>
      <vt:lpstr>Pontos Fortes</vt:lpstr>
      <vt:lpstr>Pontos Fracos</vt:lpstr>
      <vt:lpstr>Recomendações Prioritárias</vt:lpstr>
      <vt:lpstr>Quick Wins (Alto ROI, Zero Licença)</vt:lpstr>
      <vt:lpstr>Encerramento / Perguntas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353</cp:revision>
  <dcterms:created xsi:type="dcterms:W3CDTF">2026-07-09T21:36:56Z</dcterms:created>
  <dcterms:modified xsi:type="dcterms:W3CDTF">2026-07-13T14:13:28Z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